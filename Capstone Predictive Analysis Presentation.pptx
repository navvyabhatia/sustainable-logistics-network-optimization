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oppins"/>
      <p:regular r:id="rId25"/>
      <p:bold r:id="rId26"/>
      <p:italic r:id="rId27"/>
      <p:boldItalic r:id="rId28"/>
    </p:embeddedFont>
    <p:embeddedFont>
      <p:font typeface="Instrument Sans"/>
      <p:regular r:id="rId29"/>
      <p:bold r:id="rId30"/>
      <p:italic r:id="rId31"/>
      <p:boldItalic r:id="rId32"/>
    </p:embeddedFont>
    <p:embeddedFont>
      <p:font typeface="Poppins Medium"/>
      <p:regular r:id="rId33"/>
      <p:bold r:id="rId34"/>
      <p:italic r:id="rId35"/>
      <p:boldItalic r:id="rId36"/>
    </p:embeddedFont>
    <p:embeddedFont>
      <p:font typeface="Poppi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strumentSans-italic.fntdata"/><Relationship Id="rId30" Type="http://schemas.openxmlformats.org/officeDocument/2006/relationships/font" Target="fonts/InstrumentSans-bold.fntdata"/><Relationship Id="rId33" Type="http://schemas.openxmlformats.org/officeDocument/2006/relationships/font" Target="fonts/PoppinsMedium-regular.fntdata"/><Relationship Id="rId32" Type="http://schemas.openxmlformats.org/officeDocument/2006/relationships/font" Target="fonts/InstrumentSans-boldItalic.fntdata"/><Relationship Id="rId35" Type="http://schemas.openxmlformats.org/officeDocument/2006/relationships/font" Target="fonts/PoppinsMedium-italic.fntdata"/><Relationship Id="rId34" Type="http://schemas.openxmlformats.org/officeDocument/2006/relationships/font" Target="fonts/PoppinsMedium-bold.fntdata"/><Relationship Id="rId37" Type="http://schemas.openxmlformats.org/officeDocument/2006/relationships/font" Target="fonts/PoppinsSemiBold-regular.fntdata"/><Relationship Id="rId36" Type="http://schemas.openxmlformats.org/officeDocument/2006/relationships/font" Target="fonts/PoppinsMedium-boldItalic.fntdata"/><Relationship Id="rId39" Type="http://schemas.openxmlformats.org/officeDocument/2006/relationships/font" Target="fonts/PoppinsSemiBold-italic.fntdata"/><Relationship Id="rId38" Type="http://schemas.openxmlformats.org/officeDocument/2006/relationships/font" Target="fonts/PoppinsSemi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29" Type="http://schemas.openxmlformats.org/officeDocument/2006/relationships/font" Target="fonts/InstrumentSans-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b6461a3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eb6461a3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navya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b6461a3d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eb6461a3d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navya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eb6461a3d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eb6461a3d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navya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eb6461a3d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eb6461a3d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navya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b6461a3d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eb6461a3d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navya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d22ec320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ed22ec320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navya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eb6461a3d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eb6461a3d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navya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b6461a3d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eb6461a3d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navya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eb6461a3df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eb6461a3df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Natalie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ed22ec320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ed22ec320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Natalie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c8a846e8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ec8a846e8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Natalie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b6461a3df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eb6461a3df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eb6461a3df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eb6461a3df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eb6461a3df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eb6461a3df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200">
                <a:solidFill>
                  <a:schemeClr val="dk1"/>
                </a:solidFill>
              </a:rPr>
              <a:t>Mrudhvika</a:t>
            </a:r>
            <a:endParaRPr sz="12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To test the reliability of our optimization model, we conducted a sensitivity analysis on two key parameters. First, we varied the fuel and operating cost multiplier, ranging from 75% to 150% of the baseline value. Second, we adjusted the maximum number of facilities that could be opened, testing different availability limits.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For each change, we re-ran the mixed integer programming model and recorded the resulting total cost and CO₂ emissions. The purpose of this analysis was to determine whether small changes in business assumptions would significantly impact the recommended network design.</a:t>
            </a:r>
            <a:endParaRPr sz="1200">
              <a:solidFill>
                <a:schemeClr val="dk1"/>
              </a:solidFill>
            </a:endParaRPr>
          </a:p>
          <a:p>
            <a:pPr indent="0" lvl="0" marL="0" rtl="0" algn="l">
              <a:lnSpc>
                <a:spcPct val="90000"/>
              </a:lnSpc>
              <a:spcBef>
                <a:spcPts val="120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b6461a3df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eb6461a3df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Looking at the results, we can see that the model remained remarkably stable across all tested scenarios.</a:t>
            </a:r>
            <a:endParaRPr/>
          </a:p>
          <a:p>
            <a:pPr indent="0" lvl="0" marL="0" rtl="0" algn="l">
              <a:lnSpc>
                <a:spcPct val="115000"/>
              </a:lnSpc>
              <a:spcBef>
                <a:spcPts val="1200"/>
              </a:spcBef>
              <a:spcAft>
                <a:spcPts val="0"/>
              </a:spcAft>
              <a:buNone/>
            </a:pPr>
            <a:r>
              <a:rPr lang="en"/>
              <a:t>In the top two graphs, changing the fuel cost multiplier had virtually no impact on either total cost or CO₂ emissions. The lines remain flat across the entire range, indicating that transportation costs were not a major driver of the optimal solution.</a:t>
            </a:r>
            <a:endParaRPr/>
          </a:p>
          <a:p>
            <a:pPr indent="0" lvl="0" marL="0" rtl="0" algn="l">
              <a:lnSpc>
                <a:spcPct val="115000"/>
              </a:lnSpc>
              <a:spcBef>
                <a:spcPts val="1200"/>
              </a:spcBef>
              <a:spcAft>
                <a:spcPts val="0"/>
              </a:spcAft>
              <a:buNone/>
            </a:pPr>
            <a:r>
              <a:rPr lang="en"/>
              <a:t>Similarly, in the bottom graphs, increasing the maximum number of facilities allowed did not change the total cost or emissions. The model consistently selected the same facility configuration regardless of how many additional facilities were made available.</a:t>
            </a:r>
            <a:endParaRPr/>
          </a:p>
          <a:p>
            <a:pPr indent="0" lvl="0" marL="0" rtl="0" algn="l">
              <a:lnSpc>
                <a:spcPct val="115000"/>
              </a:lnSpc>
              <a:spcBef>
                <a:spcPts val="1200"/>
              </a:spcBef>
              <a:spcAft>
                <a:spcPts val="0"/>
              </a:spcAft>
              <a:buNone/>
            </a:pPr>
            <a:r>
              <a:rPr lang="en"/>
              <a:t>This tells us that our recommended network design is highly robust. Even when important assumptions are adjusted, the optimization produces the same overall solution, giving decision makers greater confidence in the results.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b6461a3df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eb6461a3df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200">
                <a:solidFill>
                  <a:schemeClr val="dk1"/>
                </a:solidFill>
              </a:rPr>
              <a:t>Mrudhvika</a:t>
            </a:r>
            <a:endParaRPr sz="1200">
              <a:solidFill>
                <a:schemeClr val="dk1"/>
              </a:solidFill>
            </a:endParaRPr>
          </a:p>
          <a:p>
            <a:pPr indent="0" lvl="0" marL="0" rtl="0" algn="l">
              <a:lnSpc>
                <a:spcPct val="9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After testing individual parameters, we evaluated the model under several broader business scenarios to understand how it would perform under different operating conditions.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scenarios included the baseline network, a fuel cost increase scenario, a strong green priority scenario focused on reducing emissions, and a lean network scenario that limited facility expansion.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charts compare total cost, CO₂ emissions, and the number of facilities opened for each scenario.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baseline and fuel increase scenarios produced nearly identical results, further confirming the stability observed in the sensitivity analysis. The lean network scenario also maintained similar performance while operating with fewer facilities.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strongest change occurred in the green priority scenario. Emissions were reduced substantially, but this came at the expense of higher total costs and a larger facility footprint. This demonstrates the tradeoff between sustainability goals and operational efficiency.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Overall, the scenario analysis shows that the network performs consistently under different business conditions while still allowing management to prioritize either cost efficiency or environmental sustainability depending on organizational goals.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90000"/>
              </a:lnSpc>
              <a:spcBef>
                <a:spcPts val="120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d22ec320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ed22ec320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Joane: </a:t>
            </a:r>
            <a:r>
              <a:rPr lang="en"/>
              <a:t>To summarize the key findings of our analysis, this executive dashboard brings together the most important performance indicators from the project. The results show that the optimized network achieves full service coverage while maintaining low operating costs and meeting sustainability objectives. The recommended solution operates with five strategically selected fulfillment centers and an all-electric vehicle fleet. Facility utilization remains balanced across the network, customer demand is fully satisfied, and all deliveries remain within the required service window. Overall, the dashboard demonstrates that GreenCity Logistics can successfully balance cost efficiency, operational performance, and environmental responsibility through data-driven decision making.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ed22ec3203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ed22ec3203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Joane:</a:t>
            </a:r>
            <a:r>
              <a:rPr lang="en"/>
              <a:t>Based on our optimization, sensitivity analysis, and scenario testing, we have three primary recommendations. First, from an operational perspective, GreenCity Logistics should implement the optimized five-facility network using locations L005, L007, L013, L017, and L024 while maintaining full service coverage. Second, from a sustainability perspective, the company should continue expanding its electric vehicle fleet and maintain compliance with low-emission zone regulations. Finally, for future improvements, we recommend incorporating additional route data, integrating real-time traffic information, and evaluating more advanced sustainability targets. Together, these actions will help the company remain cost-effective, environmentally responsible, and scalable as demand continues to grow.</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eb6461a3df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eb6461a3df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our project demonstrates how prescriptive analytics can help organizations make smarter operational decisions while balancing cost, service quality, and sustainability goals. Through optimization modeling, trade-off analysis, and scenario testing, we developed a robust and practical solution for GreenCity Logistics. Thank you for your time and attention. We would be happy to answer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2">
    <p:spTree>
      <p:nvGrpSpPr>
        <p:cNvPr id="10" name="Shape 10"/>
        <p:cNvGrpSpPr/>
        <p:nvPr/>
      </p:nvGrpSpPr>
      <p:grpSpPr>
        <a:xfrm>
          <a:off x="0" y="0"/>
          <a:ext cx="0" cy="0"/>
          <a:chOff x="0" y="0"/>
          <a:chExt cx="0" cy="0"/>
        </a:xfrm>
      </p:grpSpPr>
      <p:pic>
        <p:nvPicPr>
          <p:cNvPr id="11" name="Google Shape;11;p2"/>
          <p:cNvPicPr preferRelativeResize="0"/>
          <p:nvPr/>
        </p:nvPicPr>
        <p:blipFill rotWithShape="1">
          <a:blip r:embed="rId2">
            <a:alphaModFix amt="70000"/>
          </a:blip>
          <a:srcRect b="0" l="1313" r="0" t="0"/>
          <a:stretch/>
        </p:blipFill>
        <p:spPr>
          <a:xfrm>
            <a:off x="0" y="0"/>
            <a:ext cx="9023249" cy="5143500"/>
          </a:xfrm>
          <a:prstGeom prst="rect">
            <a:avLst/>
          </a:prstGeom>
          <a:noFill/>
          <a:ln>
            <a:noFill/>
          </a:ln>
        </p:spPr>
      </p:pic>
      <p:sp>
        <p:nvSpPr>
          <p:cNvPr id="12" name="Google Shape;12;p2"/>
          <p:cNvSpPr txBox="1"/>
          <p:nvPr>
            <p:ph type="title"/>
          </p:nvPr>
        </p:nvSpPr>
        <p:spPr>
          <a:xfrm>
            <a:off x="128875" y="1291375"/>
            <a:ext cx="6341400" cy="3620700"/>
          </a:xfrm>
          <a:prstGeom prst="rect">
            <a:avLst/>
          </a:prstGeom>
        </p:spPr>
        <p:txBody>
          <a:bodyPr anchorCtr="0" anchor="b" bIns="0" lIns="91425" spcFirstLastPara="1" rIns="91425" wrap="square" tIns="91425">
            <a:noAutofit/>
          </a:bodyPr>
          <a:lstStyle>
            <a:lvl1pPr lvl="0">
              <a:spcBef>
                <a:spcPts val="0"/>
              </a:spcBef>
              <a:spcAft>
                <a:spcPts val="0"/>
              </a:spcAft>
              <a:buNone/>
              <a:defRPr sz="6000"/>
            </a:lvl1pPr>
            <a:lvl2pPr lvl="1" algn="ctr">
              <a:lnSpc>
                <a:spcPct val="115000"/>
              </a:lnSpc>
              <a:spcBef>
                <a:spcPts val="0"/>
              </a:spcBef>
              <a:spcAft>
                <a:spcPts val="0"/>
              </a:spcAft>
              <a:buNone/>
              <a:defRPr sz="6000">
                <a:latin typeface="Poppins SemiBold"/>
                <a:ea typeface="Poppins SemiBold"/>
                <a:cs typeface="Poppins SemiBold"/>
                <a:sym typeface="Poppins SemiBold"/>
              </a:defRPr>
            </a:lvl2pPr>
            <a:lvl3pPr lvl="2" algn="ctr">
              <a:lnSpc>
                <a:spcPct val="115000"/>
              </a:lnSpc>
              <a:spcBef>
                <a:spcPts val="0"/>
              </a:spcBef>
              <a:spcAft>
                <a:spcPts val="0"/>
              </a:spcAft>
              <a:buNone/>
              <a:defRPr sz="6000">
                <a:latin typeface="Poppins SemiBold"/>
                <a:ea typeface="Poppins SemiBold"/>
                <a:cs typeface="Poppins SemiBold"/>
                <a:sym typeface="Poppins SemiBold"/>
              </a:defRPr>
            </a:lvl3pPr>
            <a:lvl4pPr lvl="3" algn="ctr">
              <a:lnSpc>
                <a:spcPct val="115000"/>
              </a:lnSpc>
              <a:spcBef>
                <a:spcPts val="0"/>
              </a:spcBef>
              <a:spcAft>
                <a:spcPts val="0"/>
              </a:spcAft>
              <a:buNone/>
              <a:defRPr sz="6000">
                <a:latin typeface="Poppins SemiBold"/>
                <a:ea typeface="Poppins SemiBold"/>
                <a:cs typeface="Poppins SemiBold"/>
                <a:sym typeface="Poppins SemiBold"/>
              </a:defRPr>
            </a:lvl4pPr>
            <a:lvl5pPr lvl="4" algn="ctr">
              <a:lnSpc>
                <a:spcPct val="115000"/>
              </a:lnSpc>
              <a:spcBef>
                <a:spcPts val="0"/>
              </a:spcBef>
              <a:spcAft>
                <a:spcPts val="0"/>
              </a:spcAft>
              <a:buNone/>
              <a:defRPr sz="6000">
                <a:latin typeface="Poppins SemiBold"/>
                <a:ea typeface="Poppins SemiBold"/>
                <a:cs typeface="Poppins SemiBold"/>
                <a:sym typeface="Poppins SemiBold"/>
              </a:defRPr>
            </a:lvl5pPr>
            <a:lvl6pPr lvl="5" algn="ctr">
              <a:lnSpc>
                <a:spcPct val="115000"/>
              </a:lnSpc>
              <a:spcBef>
                <a:spcPts val="0"/>
              </a:spcBef>
              <a:spcAft>
                <a:spcPts val="0"/>
              </a:spcAft>
              <a:buNone/>
              <a:defRPr sz="6000">
                <a:latin typeface="Poppins SemiBold"/>
                <a:ea typeface="Poppins SemiBold"/>
                <a:cs typeface="Poppins SemiBold"/>
                <a:sym typeface="Poppins SemiBold"/>
              </a:defRPr>
            </a:lvl6pPr>
            <a:lvl7pPr lvl="6" algn="ctr">
              <a:lnSpc>
                <a:spcPct val="115000"/>
              </a:lnSpc>
              <a:spcBef>
                <a:spcPts val="0"/>
              </a:spcBef>
              <a:spcAft>
                <a:spcPts val="0"/>
              </a:spcAft>
              <a:buNone/>
              <a:defRPr sz="6000">
                <a:latin typeface="Poppins SemiBold"/>
                <a:ea typeface="Poppins SemiBold"/>
                <a:cs typeface="Poppins SemiBold"/>
                <a:sym typeface="Poppins SemiBold"/>
              </a:defRPr>
            </a:lvl7pPr>
            <a:lvl8pPr lvl="7" algn="ctr">
              <a:lnSpc>
                <a:spcPct val="115000"/>
              </a:lnSpc>
              <a:spcBef>
                <a:spcPts val="0"/>
              </a:spcBef>
              <a:spcAft>
                <a:spcPts val="0"/>
              </a:spcAft>
              <a:buNone/>
              <a:defRPr sz="6000">
                <a:latin typeface="Poppins SemiBold"/>
                <a:ea typeface="Poppins SemiBold"/>
                <a:cs typeface="Poppins SemiBold"/>
                <a:sym typeface="Poppins SemiBold"/>
              </a:defRPr>
            </a:lvl8pPr>
            <a:lvl9pPr lvl="8" algn="ctr">
              <a:lnSpc>
                <a:spcPct val="115000"/>
              </a:lnSpc>
              <a:spcBef>
                <a:spcPts val="0"/>
              </a:spcBef>
              <a:spcAft>
                <a:spcPts val="0"/>
              </a:spcAft>
              <a:buNone/>
              <a:defRPr sz="6000">
                <a:latin typeface="Poppins SemiBold"/>
                <a:ea typeface="Poppins SemiBold"/>
                <a:cs typeface="Poppins SemiBold"/>
                <a:sym typeface="Poppins SemiBold"/>
              </a:defRPr>
            </a:lvl9pPr>
          </a:lstStyle>
          <a:p/>
        </p:txBody>
      </p:sp>
      <p:sp>
        <p:nvSpPr>
          <p:cNvPr id="13" name="Google Shape;13;p2"/>
          <p:cNvSpPr/>
          <p:nvPr>
            <p:ph idx="2" type="pic"/>
          </p:nvPr>
        </p:nvSpPr>
        <p:spPr>
          <a:xfrm>
            <a:off x="6487225" y="2586525"/>
            <a:ext cx="1259100" cy="1269000"/>
          </a:xfrm>
          <a:prstGeom prst="rect">
            <a:avLst/>
          </a:prstGeom>
          <a:noFill/>
          <a:ln>
            <a:noFill/>
          </a:ln>
        </p:spPr>
      </p:sp>
      <p:sp>
        <p:nvSpPr>
          <p:cNvPr id="14" name="Google Shape;14;p2"/>
          <p:cNvSpPr/>
          <p:nvPr>
            <p:ph idx="3" type="pic"/>
          </p:nvPr>
        </p:nvSpPr>
        <p:spPr>
          <a:xfrm>
            <a:off x="7757975" y="3866750"/>
            <a:ext cx="1259700" cy="1279200"/>
          </a:xfrm>
          <a:prstGeom prst="rect">
            <a:avLst/>
          </a:prstGeom>
          <a:noFill/>
          <a:ln>
            <a:noFill/>
          </a:ln>
        </p:spPr>
      </p:sp>
      <p:sp>
        <p:nvSpPr>
          <p:cNvPr id="15" name="Google Shape;15;p2"/>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1" type="subTitle"/>
          </p:nvPr>
        </p:nvSpPr>
        <p:spPr>
          <a:xfrm>
            <a:off x="179050" y="228600"/>
            <a:ext cx="1220400" cy="607800"/>
          </a:xfrm>
          <a:prstGeom prst="rect">
            <a:avLst/>
          </a:prstGeom>
        </p:spPr>
        <p:txBody>
          <a:bodyPr anchorCtr="0" anchor="t" bIns="91425" lIns="0" spcFirstLastPara="1" rIns="91425" wrap="square" tIns="0">
            <a:noAutofit/>
          </a:bodyPr>
          <a:lstStyle>
            <a:lvl1pPr lvl="0">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grpSp>
        <p:nvGrpSpPr>
          <p:cNvPr id="17" name="Google Shape;17;p2"/>
          <p:cNvGrpSpPr/>
          <p:nvPr/>
        </p:nvGrpSpPr>
        <p:grpSpPr>
          <a:xfrm>
            <a:off x="128875" y="0"/>
            <a:ext cx="8897700" cy="5144700"/>
            <a:chOff x="128875" y="0"/>
            <a:chExt cx="8897700" cy="5144700"/>
          </a:xfrm>
        </p:grpSpPr>
        <p:cxnSp>
          <p:nvCxnSpPr>
            <p:cNvPr id="18" name="Google Shape;18;p2"/>
            <p:cNvCxnSpPr/>
            <p:nvPr/>
          </p:nvCxnSpPr>
          <p:spPr>
            <a:xfrm>
              <a:off x="6480997"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19" name="Google Shape;19;p2"/>
            <p:cNvCxnSpPr/>
            <p:nvPr/>
          </p:nvCxnSpPr>
          <p:spPr>
            <a:xfrm>
              <a:off x="7752136"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20" name="Google Shape;20;p2"/>
            <p:cNvCxnSpPr/>
            <p:nvPr/>
          </p:nvCxnSpPr>
          <p:spPr>
            <a:xfrm>
              <a:off x="6481000" y="3861475"/>
              <a:ext cx="2539800" cy="0"/>
            </a:xfrm>
            <a:prstGeom prst="straightConnector1">
              <a:avLst/>
            </a:prstGeom>
            <a:noFill/>
            <a:ln cap="flat" cmpd="sng" w="9525">
              <a:solidFill>
                <a:schemeClr val="accent3"/>
              </a:solidFill>
              <a:prstDash val="solid"/>
              <a:round/>
              <a:headEnd len="med" w="med" type="none"/>
              <a:tailEnd len="med" w="med" type="none"/>
            </a:ln>
          </p:spPr>
        </p:cxnSp>
        <p:cxnSp>
          <p:nvCxnSpPr>
            <p:cNvPr id="21" name="Google Shape;21;p2"/>
            <p:cNvCxnSpPr/>
            <p:nvPr/>
          </p:nvCxnSpPr>
          <p:spPr>
            <a:xfrm>
              <a:off x="6481000" y="2579575"/>
              <a:ext cx="2542200" cy="0"/>
            </a:xfrm>
            <a:prstGeom prst="straightConnector1">
              <a:avLst/>
            </a:prstGeom>
            <a:noFill/>
            <a:ln cap="flat" cmpd="sng" w="9525">
              <a:solidFill>
                <a:schemeClr val="accent3"/>
              </a:solidFill>
              <a:prstDash val="solid"/>
              <a:round/>
              <a:headEnd len="med" w="med" type="none"/>
              <a:tailEnd len="med" w="med" type="none"/>
            </a:ln>
          </p:spPr>
        </p:cxnSp>
        <p:cxnSp>
          <p:nvCxnSpPr>
            <p:cNvPr id="22" name="Google Shape;22;p2"/>
            <p:cNvCxnSpPr/>
            <p:nvPr/>
          </p:nvCxnSpPr>
          <p:spPr>
            <a:xfrm>
              <a:off x="5212100" y="1200"/>
              <a:ext cx="0" cy="1290300"/>
            </a:xfrm>
            <a:prstGeom prst="straightConnector1">
              <a:avLst/>
            </a:prstGeom>
            <a:noFill/>
            <a:ln cap="flat" cmpd="sng" w="9525">
              <a:solidFill>
                <a:schemeClr val="accent3"/>
              </a:solidFill>
              <a:prstDash val="solid"/>
              <a:round/>
              <a:headEnd len="med" w="med" type="none"/>
              <a:tailEnd len="med" w="med" type="none"/>
            </a:ln>
          </p:spPr>
        </p:cxnSp>
        <p:cxnSp>
          <p:nvCxnSpPr>
            <p:cNvPr id="23" name="Google Shape;23;p2"/>
            <p:cNvCxnSpPr/>
            <p:nvPr/>
          </p:nvCxnSpPr>
          <p:spPr>
            <a:xfrm>
              <a:off x="3940150" y="1200"/>
              <a:ext cx="0" cy="1290300"/>
            </a:xfrm>
            <a:prstGeom prst="straightConnector1">
              <a:avLst/>
            </a:prstGeom>
            <a:noFill/>
            <a:ln cap="flat" cmpd="sng" w="9525">
              <a:solidFill>
                <a:schemeClr val="accent3"/>
              </a:solidFill>
              <a:prstDash val="solid"/>
              <a:round/>
              <a:headEnd len="med" w="med" type="none"/>
              <a:tailEnd len="med" w="med" type="none"/>
            </a:ln>
          </p:spPr>
        </p:cxnSp>
        <p:cxnSp>
          <p:nvCxnSpPr>
            <p:cNvPr id="24" name="Google Shape;24;p2"/>
            <p:cNvCxnSpPr/>
            <p:nvPr/>
          </p:nvCxnSpPr>
          <p:spPr>
            <a:xfrm>
              <a:off x="2669725" y="1200"/>
              <a:ext cx="0" cy="1290300"/>
            </a:xfrm>
            <a:prstGeom prst="straightConnector1">
              <a:avLst/>
            </a:prstGeom>
            <a:noFill/>
            <a:ln cap="flat" cmpd="sng" w="9525">
              <a:solidFill>
                <a:schemeClr val="accent3"/>
              </a:solidFill>
              <a:prstDash val="solid"/>
              <a:round/>
              <a:headEnd len="med" w="med" type="none"/>
              <a:tailEnd len="med" w="med" type="none"/>
            </a:ln>
          </p:spPr>
        </p:cxnSp>
        <p:cxnSp>
          <p:nvCxnSpPr>
            <p:cNvPr id="25" name="Google Shape;25;p2"/>
            <p:cNvCxnSpPr/>
            <p:nvPr/>
          </p:nvCxnSpPr>
          <p:spPr>
            <a:xfrm>
              <a:off x="1399300" y="1200"/>
              <a:ext cx="0" cy="1290300"/>
            </a:xfrm>
            <a:prstGeom prst="straightConnector1">
              <a:avLst/>
            </a:prstGeom>
            <a:noFill/>
            <a:ln cap="flat" cmpd="sng" w="9525">
              <a:solidFill>
                <a:schemeClr val="accent3"/>
              </a:solidFill>
              <a:prstDash val="solid"/>
              <a:round/>
              <a:headEnd len="med" w="med" type="none"/>
              <a:tailEnd len="med" w="med" type="none"/>
            </a:ln>
          </p:spPr>
        </p:cxnSp>
        <p:cxnSp>
          <p:nvCxnSpPr>
            <p:cNvPr id="26" name="Google Shape;26;p2"/>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27" name="Google Shape;27;p2"/>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28" name="Google Shape;28;p2"/>
            <p:cNvCxnSpPr/>
            <p:nvPr/>
          </p:nvCxnSpPr>
          <p:spPr>
            <a:xfrm>
              <a:off x="128875" y="1291375"/>
              <a:ext cx="8897700" cy="0"/>
            </a:xfrm>
            <a:prstGeom prst="straightConnector1">
              <a:avLst/>
            </a:prstGeom>
            <a:noFill/>
            <a:ln cap="flat" cmpd="sng" w="9525">
              <a:solidFill>
                <a:schemeClr val="accent3"/>
              </a:solidFill>
              <a:prstDash val="solid"/>
              <a:round/>
              <a:headEnd len="med" w="med" type="none"/>
              <a:tailEnd len="med" w="med" type="none"/>
            </a:ln>
          </p:spPr>
        </p:cxnSp>
      </p:grpSp>
      <p:sp>
        <p:nvSpPr>
          <p:cNvPr id="29" name="Google Shape;29;p2"/>
          <p:cNvSpPr/>
          <p:nvPr/>
        </p:nvSpPr>
        <p:spPr>
          <a:xfrm>
            <a:off x="6486025" y="-3325"/>
            <a:ext cx="1259400" cy="1289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30" name="Google Shape;30;p2"/>
          <p:cNvSpPr/>
          <p:nvPr/>
        </p:nvSpPr>
        <p:spPr>
          <a:xfrm>
            <a:off x="7756250" y="-3325"/>
            <a:ext cx="1262400" cy="1287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
    <p:spTree>
      <p:nvGrpSpPr>
        <p:cNvPr id="31" name="Shape 31"/>
        <p:cNvGrpSpPr/>
        <p:nvPr/>
      </p:nvGrpSpPr>
      <p:grpSpPr>
        <a:xfrm>
          <a:off x="0" y="0"/>
          <a:ext cx="0" cy="0"/>
          <a:chOff x="0" y="0"/>
          <a:chExt cx="0" cy="0"/>
        </a:xfrm>
      </p:grpSpPr>
      <p:pic>
        <p:nvPicPr>
          <p:cNvPr id="32" name="Google Shape;32;p3"/>
          <p:cNvPicPr preferRelativeResize="0"/>
          <p:nvPr/>
        </p:nvPicPr>
        <p:blipFill rotWithShape="1">
          <a:blip r:embed="rId2">
            <a:alphaModFix/>
          </a:blip>
          <a:srcRect b="36188" l="0" r="0" t="0"/>
          <a:stretch/>
        </p:blipFill>
        <p:spPr>
          <a:xfrm rot="5400000">
            <a:off x="6625213" y="2747762"/>
            <a:ext cx="3529224" cy="1266849"/>
          </a:xfrm>
          <a:prstGeom prst="rect">
            <a:avLst/>
          </a:prstGeom>
          <a:gradFill>
            <a:gsLst>
              <a:gs pos="0">
                <a:srgbClr val="808978"/>
              </a:gs>
              <a:gs pos="0">
                <a:schemeClr val="accent1"/>
              </a:gs>
              <a:gs pos="58000">
                <a:schemeClr val="dk1"/>
              </a:gs>
              <a:gs pos="100000">
                <a:schemeClr val="dk1"/>
              </a:gs>
            </a:gsLst>
            <a:path path="circle">
              <a:fillToRect b="50%" l="50%" r="50%" t="50%"/>
            </a:path>
            <a:tileRect/>
          </a:gradFill>
          <a:ln>
            <a:noFill/>
          </a:ln>
        </p:spPr>
      </p:pic>
      <p:sp>
        <p:nvSpPr>
          <p:cNvPr id="33" name="Google Shape;33;p3"/>
          <p:cNvSpPr/>
          <p:nvPr>
            <p:ph idx="2" type="pic"/>
          </p:nvPr>
        </p:nvSpPr>
        <p:spPr>
          <a:xfrm>
            <a:off x="7757975" y="0"/>
            <a:ext cx="1256100" cy="1286400"/>
          </a:xfrm>
          <a:prstGeom prst="rect">
            <a:avLst/>
          </a:prstGeom>
          <a:noFill/>
          <a:ln>
            <a:noFill/>
          </a:ln>
        </p:spPr>
      </p:sp>
      <p:sp>
        <p:nvSpPr>
          <p:cNvPr id="34" name="Google Shape;34;p3"/>
          <p:cNvSpPr txBox="1"/>
          <p:nvPr>
            <p:ph type="title"/>
          </p:nvPr>
        </p:nvSpPr>
        <p:spPr>
          <a:xfrm>
            <a:off x="284550" y="1291375"/>
            <a:ext cx="7467600" cy="362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None/>
              <a:defRPr sz="4800"/>
            </a:lvl1pPr>
            <a:lvl2pPr lvl="1" algn="ctr">
              <a:lnSpc>
                <a:spcPct val="115000"/>
              </a:lnSpc>
              <a:spcBef>
                <a:spcPts val="0"/>
              </a:spcBef>
              <a:spcAft>
                <a:spcPts val="0"/>
              </a:spcAft>
              <a:buNone/>
              <a:defRPr sz="6000">
                <a:latin typeface="Poppins SemiBold"/>
                <a:ea typeface="Poppins SemiBold"/>
                <a:cs typeface="Poppins SemiBold"/>
                <a:sym typeface="Poppins SemiBold"/>
              </a:defRPr>
            </a:lvl2pPr>
            <a:lvl3pPr lvl="2" algn="ctr">
              <a:lnSpc>
                <a:spcPct val="115000"/>
              </a:lnSpc>
              <a:spcBef>
                <a:spcPts val="0"/>
              </a:spcBef>
              <a:spcAft>
                <a:spcPts val="0"/>
              </a:spcAft>
              <a:buNone/>
              <a:defRPr sz="6000">
                <a:latin typeface="Poppins SemiBold"/>
                <a:ea typeface="Poppins SemiBold"/>
                <a:cs typeface="Poppins SemiBold"/>
                <a:sym typeface="Poppins SemiBold"/>
              </a:defRPr>
            </a:lvl3pPr>
            <a:lvl4pPr lvl="3" algn="ctr">
              <a:lnSpc>
                <a:spcPct val="115000"/>
              </a:lnSpc>
              <a:spcBef>
                <a:spcPts val="0"/>
              </a:spcBef>
              <a:spcAft>
                <a:spcPts val="0"/>
              </a:spcAft>
              <a:buNone/>
              <a:defRPr sz="6000">
                <a:latin typeface="Poppins SemiBold"/>
                <a:ea typeface="Poppins SemiBold"/>
                <a:cs typeface="Poppins SemiBold"/>
                <a:sym typeface="Poppins SemiBold"/>
              </a:defRPr>
            </a:lvl4pPr>
            <a:lvl5pPr lvl="4" algn="ctr">
              <a:lnSpc>
                <a:spcPct val="115000"/>
              </a:lnSpc>
              <a:spcBef>
                <a:spcPts val="0"/>
              </a:spcBef>
              <a:spcAft>
                <a:spcPts val="0"/>
              </a:spcAft>
              <a:buNone/>
              <a:defRPr sz="6000">
                <a:latin typeface="Poppins SemiBold"/>
                <a:ea typeface="Poppins SemiBold"/>
                <a:cs typeface="Poppins SemiBold"/>
                <a:sym typeface="Poppins SemiBold"/>
              </a:defRPr>
            </a:lvl5pPr>
            <a:lvl6pPr lvl="5" algn="ctr">
              <a:lnSpc>
                <a:spcPct val="115000"/>
              </a:lnSpc>
              <a:spcBef>
                <a:spcPts val="0"/>
              </a:spcBef>
              <a:spcAft>
                <a:spcPts val="0"/>
              </a:spcAft>
              <a:buNone/>
              <a:defRPr sz="6000">
                <a:latin typeface="Poppins SemiBold"/>
                <a:ea typeface="Poppins SemiBold"/>
                <a:cs typeface="Poppins SemiBold"/>
                <a:sym typeface="Poppins SemiBold"/>
              </a:defRPr>
            </a:lvl6pPr>
            <a:lvl7pPr lvl="6" algn="ctr">
              <a:lnSpc>
                <a:spcPct val="115000"/>
              </a:lnSpc>
              <a:spcBef>
                <a:spcPts val="0"/>
              </a:spcBef>
              <a:spcAft>
                <a:spcPts val="0"/>
              </a:spcAft>
              <a:buNone/>
              <a:defRPr sz="6000">
                <a:latin typeface="Poppins SemiBold"/>
                <a:ea typeface="Poppins SemiBold"/>
                <a:cs typeface="Poppins SemiBold"/>
                <a:sym typeface="Poppins SemiBold"/>
              </a:defRPr>
            </a:lvl7pPr>
            <a:lvl8pPr lvl="7" algn="ctr">
              <a:lnSpc>
                <a:spcPct val="115000"/>
              </a:lnSpc>
              <a:spcBef>
                <a:spcPts val="0"/>
              </a:spcBef>
              <a:spcAft>
                <a:spcPts val="0"/>
              </a:spcAft>
              <a:buNone/>
              <a:defRPr sz="6000">
                <a:latin typeface="Poppins SemiBold"/>
                <a:ea typeface="Poppins SemiBold"/>
                <a:cs typeface="Poppins SemiBold"/>
                <a:sym typeface="Poppins SemiBold"/>
              </a:defRPr>
            </a:lvl8pPr>
            <a:lvl9pPr lvl="8" algn="ctr">
              <a:lnSpc>
                <a:spcPct val="115000"/>
              </a:lnSpc>
              <a:spcBef>
                <a:spcPts val="0"/>
              </a:spcBef>
              <a:spcAft>
                <a:spcPts val="0"/>
              </a:spcAft>
              <a:buNone/>
              <a:defRPr sz="6000">
                <a:latin typeface="Poppins SemiBold"/>
                <a:ea typeface="Poppins SemiBold"/>
                <a:cs typeface="Poppins SemiBold"/>
                <a:sym typeface="Poppins SemiBold"/>
              </a:defRPr>
            </a:lvl9pPr>
          </a:lstStyle>
          <a:p/>
        </p:txBody>
      </p:sp>
      <p:sp>
        <p:nvSpPr>
          <p:cNvPr id="35" name="Google Shape;35;p3"/>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36" name="Google Shape;36;p3"/>
          <p:cNvGrpSpPr/>
          <p:nvPr/>
        </p:nvGrpSpPr>
        <p:grpSpPr>
          <a:xfrm>
            <a:off x="128875" y="0"/>
            <a:ext cx="8894375" cy="5144700"/>
            <a:chOff x="128875" y="0"/>
            <a:chExt cx="8894375" cy="5144700"/>
          </a:xfrm>
        </p:grpSpPr>
        <p:cxnSp>
          <p:nvCxnSpPr>
            <p:cNvPr id="37" name="Google Shape;37;p3"/>
            <p:cNvCxnSpPr/>
            <p:nvPr/>
          </p:nvCxnSpPr>
          <p:spPr>
            <a:xfrm>
              <a:off x="7752136"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8" name="Google Shape;38;p3"/>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3"/>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3"/>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grpSp>
      <p:sp>
        <p:nvSpPr>
          <p:cNvPr id="41" name="Google Shape;41;p3"/>
          <p:cNvSpPr txBox="1"/>
          <p:nvPr>
            <p:ph idx="1" type="subTitle"/>
          </p:nvPr>
        </p:nvSpPr>
        <p:spPr>
          <a:xfrm>
            <a:off x="128875" y="-450"/>
            <a:ext cx="3357900" cy="12918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14">
    <p:spTree>
      <p:nvGrpSpPr>
        <p:cNvPr id="42" name="Shape 42"/>
        <p:cNvGrpSpPr/>
        <p:nvPr/>
      </p:nvGrpSpPr>
      <p:grpSpPr>
        <a:xfrm>
          <a:off x="0" y="0"/>
          <a:ext cx="0" cy="0"/>
          <a:chOff x="0" y="0"/>
          <a:chExt cx="0" cy="0"/>
        </a:xfrm>
      </p:grpSpPr>
      <p:sp>
        <p:nvSpPr>
          <p:cNvPr id="43" name="Google Shape;43;p4"/>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4"/>
          <p:cNvSpPr txBox="1"/>
          <p:nvPr>
            <p:ph type="title"/>
          </p:nvPr>
        </p:nvSpPr>
        <p:spPr>
          <a:xfrm>
            <a:off x="128875" y="228600"/>
            <a:ext cx="63414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45" name="Google Shape;45;p4"/>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46" name="Google Shape;46;p4"/>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CUSTOM_14_2">
    <p:spTree>
      <p:nvGrpSpPr>
        <p:cNvPr id="47" name="Shape 47"/>
        <p:cNvGrpSpPr/>
        <p:nvPr/>
      </p:nvGrpSpPr>
      <p:grpSpPr>
        <a:xfrm>
          <a:off x="0" y="0"/>
          <a:ext cx="0" cy="0"/>
          <a:chOff x="0" y="0"/>
          <a:chExt cx="0" cy="0"/>
        </a:xfrm>
      </p:grpSpPr>
      <p:sp>
        <p:nvSpPr>
          <p:cNvPr id="48" name="Google Shape;48;p5"/>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5"/>
          <p:cNvSpPr txBox="1"/>
          <p:nvPr>
            <p:ph type="title"/>
          </p:nvPr>
        </p:nvSpPr>
        <p:spPr>
          <a:xfrm>
            <a:off x="128875" y="228600"/>
            <a:ext cx="63414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50" name="Google Shape;50;p5"/>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51" name="Google Shape;51;p5"/>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CUSTOM_14_2_1">
    <p:spTree>
      <p:nvGrpSpPr>
        <p:cNvPr id="52" name="Shape 52"/>
        <p:cNvGrpSpPr/>
        <p:nvPr/>
      </p:nvGrpSpPr>
      <p:grpSpPr>
        <a:xfrm>
          <a:off x="0" y="0"/>
          <a:ext cx="0" cy="0"/>
          <a:chOff x="0" y="0"/>
          <a:chExt cx="0" cy="0"/>
        </a:xfrm>
      </p:grpSpPr>
      <p:pic>
        <p:nvPicPr>
          <p:cNvPr id="53" name="Google Shape;53;p6"/>
          <p:cNvPicPr preferRelativeResize="0"/>
          <p:nvPr/>
        </p:nvPicPr>
        <p:blipFill rotWithShape="1">
          <a:blip r:embed="rId2">
            <a:alphaModFix/>
          </a:blip>
          <a:srcRect b="36188" l="0" r="0" t="0"/>
          <a:stretch/>
        </p:blipFill>
        <p:spPr>
          <a:xfrm>
            <a:off x="5480550" y="1875"/>
            <a:ext cx="3541498" cy="1289501"/>
          </a:xfrm>
          <a:prstGeom prst="rect">
            <a:avLst/>
          </a:prstGeom>
          <a:gradFill>
            <a:gsLst>
              <a:gs pos="0">
                <a:srgbClr val="808978"/>
              </a:gs>
              <a:gs pos="0">
                <a:schemeClr val="accent1"/>
              </a:gs>
              <a:gs pos="58000">
                <a:schemeClr val="dk1"/>
              </a:gs>
              <a:gs pos="100000">
                <a:schemeClr val="dk1"/>
              </a:gs>
            </a:gsLst>
            <a:path path="circle">
              <a:fillToRect b="50%" l="50%" r="50%" t="50%"/>
            </a:path>
            <a:tileRect/>
          </a:gradFill>
          <a:ln>
            <a:noFill/>
          </a:ln>
        </p:spPr>
      </p:pic>
      <p:sp>
        <p:nvSpPr>
          <p:cNvPr id="54" name="Google Shape;54;p6"/>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6"/>
          <p:cNvSpPr txBox="1"/>
          <p:nvPr>
            <p:ph type="title"/>
          </p:nvPr>
        </p:nvSpPr>
        <p:spPr>
          <a:xfrm>
            <a:off x="128875" y="228600"/>
            <a:ext cx="63414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grpSp>
        <p:nvGrpSpPr>
          <p:cNvPr id="56" name="Google Shape;56;p6"/>
          <p:cNvGrpSpPr/>
          <p:nvPr/>
        </p:nvGrpSpPr>
        <p:grpSpPr>
          <a:xfrm>
            <a:off x="118800" y="0"/>
            <a:ext cx="8904450" cy="5135400"/>
            <a:chOff x="118800" y="0"/>
            <a:chExt cx="8904450" cy="5135400"/>
          </a:xfrm>
        </p:grpSpPr>
        <p:cxnSp>
          <p:nvCxnSpPr>
            <p:cNvPr id="57" name="Google Shape;57;p6"/>
            <p:cNvCxnSpPr/>
            <p:nvPr/>
          </p:nvCxnSpPr>
          <p:spPr>
            <a:xfrm>
              <a:off x="9023250" y="0"/>
              <a:ext cx="0" cy="51354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6"/>
            <p:cNvCxnSpPr/>
            <p:nvPr/>
          </p:nvCxnSpPr>
          <p:spPr>
            <a:xfrm>
              <a:off x="118800" y="0"/>
              <a:ext cx="0" cy="51354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6"/>
            <p:cNvCxnSpPr/>
            <p:nvPr/>
          </p:nvCxnSpPr>
          <p:spPr>
            <a:xfrm>
              <a:off x="128875" y="1291375"/>
              <a:ext cx="88902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
    <p:spTree>
      <p:nvGrpSpPr>
        <p:cNvPr id="60" name="Shape 60"/>
        <p:cNvGrpSpPr/>
        <p:nvPr/>
      </p:nvGrpSpPr>
      <p:grpSpPr>
        <a:xfrm>
          <a:off x="0" y="0"/>
          <a:ext cx="0" cy="0"/>
          <a:chOff x="0" y="0"/>
          <a:chExt cx="0" cy="0"/>
        </a:xfrm>
      </p:grpSpPr>
      <p:pic>
        <p:nvPicPr>
          <p:cNvPr id="61" name="Google Shape;61;p7"/>
          <p:cNvPicPr preferRelativeResize="0"/>
          <p:nvPr/>
        </p:nvPicPr>
        <p:blipFill rotWithShape="1">
          <a:blip r:embed="rId2">
            <a:alphaModFix/>
          </a:blip>
          <a:srcRect b="55478" l="0" r="16388" t="0"/>
          <a:stretch/>
        </p:blipFill>
        <p:spPr>
          <a:xfrm>
            <a:off x="4727250" y="450"/>
            <a:ext cx="4289751" cy="1284901"/>
          </a:xfrm>
          <a:prstGeom prst="rect">
            <a:avLst/>
          </a:prstGeom>
          <a:noFill/>
          <a:ln>
            <a:noFill/>
          </a:ln>
        </p:spPr>
      </p:pic>
      <p:sp>
        <p:nvSpPr>
          <p:cNvPr id="62" name="Google Shape;62;p7"/>
          <p:cNvSpPr/>
          <p:nvPr>
            <p:ph idx="2" type="pic"/>
          </p:nvPr>
        </p:nvSpPr>
        <p:spPr>
          <a:xfrm>
            <a:off x="131575" y="6"/>
            <a:ext cx="2533200" cy="1285800"/>
          </a:xfrm>
          <a:prstGeom prst="rect">
            <a:avLst/>
          </a:prstGeom>
          <a:noFill/>
          <a:ln>
            <a:noFill/>
          </a:ln>
        </p:spPr>
      </p:sp>
      <p:sp>
        <p:nvSpPr>
          <p:cNvPr id="63" name="Google Shape;63;p7"/>
          <p:cNvSpPr txBox="1"/>
          <p:nvPr>
            <p:ph type="title"/>
          </p:nvPr>
        </p:nvSpPr>
        <p:spPr>
          <a:xfrm>
            <a:off x="128875" y="1291375"/>
            <a:ext cx="7623300" cy="3621000"/>
          </a:xfrm>
          <a:prstGeom prst="rect">
            <a:avLst/>
          </a:prstGeom>
        </p:spPr>
        <p:txBody>
          <a:bodyPr anchorCtr="0" anchor="b" bIns="91425" lIns="91425" spcFirstLastPara="1" rIns="91425" wrap="square" tIns="91425">
            <a:noAutofit/>
          </a:bodyPr>
          <a:lstStyle>
            <a:lvl1pPr lvl="0">
              <a:spcBef>
                <a:spcPts val="0"/>
              </a:spcBef>
              <a:spcAft>
                <a:spcPts val="0"/>
              </a:spcAft>
              <a:buNone/>
              <a:defRPr sz="4800"/>
            </a:lvl1pPr>
            <a:lvl2pPr lvl="1">
              <a:lnSpc>
                <a:spcPct val="115000"/>
              </a:lnSpc>
              <a:spcBef>
                <a:spcPts val="0"/>
              </a:spcBef>
              <a:spcAft>
                <a:spcPts val="0"/>
              </a:spcAft>
              <a:buNone/>
              <a:defRPr sz="4800">
                <a:latin typeface="Poppins SemiBold"/>
                <a:ea typeface="Poppins SemiBold"/>
                <a:cs typeface="Poppins SemiBold"/>
                <a:sym typeface="Poppins SemiBold"/>
              </a:defRPr>
            </a:lvl2pPr>
            <a:lvl3pPr lvl="2">
              <a:lnSpc>
                <a:spcPct val="115000"/>
              </a:lnSpc>
              <a:spcBef>
                <a:spcPts val="0"/>
              </a:spcBef>
              <a:spcAft>
                <a:spcPts val="0"/>
              </a:spcAft>
              <a:buNone/>
              <a:defRPr sz="4800">
                <a:latin typeface="Poppins SemiBold"/>
                <a:ea typeface="Poppins SemiBold"/>
                <a:cs typeface="Poppins SemiBold"/>
                <a:sym typeface="Poppins SemiBold"/>
              </a:defRPr>
            </a:lvl3pPr>
            <a:lvl4pPr lvl="3">
              <a:lnSpc>
                <a:spcPct val="115000"/>
              </a:lnSpc>
              <a:spcBef>
                <a:spcPts val="0"/>
              </a:spcBef>
              <a:spcAft>
                <a:spcPts val="0"/>
              </a:spcAft>
              <a:buNone/>
              <a:defRPr sz="4800">
                <a:latin typeface="Poppins SemiBold"/>
                <a:ea typeface="Poppins SemiBold"/>
                <a:cs typeface="Poppins SemiBold"/>
                <a:sym typeface="Poppins SemiBold"/>
              </a:defRPr>
            </a:lvl4pPr>
            <a:lvl5pPr lvl="4">
              <a:lnSpc>
                <a:spcPct val="115000"/>
              </a:lnSpc>
              <a:spcBef>
                <a:spcPts val="0"/>
              </a:spcBef>
              <a:spcAft>
                <a:spcPts val="0"/>
              </a:spcAft>
              <a:buNone/>
              <a:defRPr sz="4800">
                <a:latin typeface="Poppins SemiBold"/>
                <a:ea typeface="Poppins SemiBold"/>
                <a:cs typeface="Poppins SemiBold"/>
                <a:sym typeface="Poppins SemiBold"/>
              </a:defRPr>
            </a:lvl5pPr>
            <a:lvl6pPr lvl="5">
              <a:lnSpc>
                <a:spcPct val="115000"/>
              </a:lnSpc>
              <a:spcBef>
                <a:spcPts val="0"/>
              </a:spcBef>
              <a:spcAft>
                <a:spcPts val="0"/>
              </a:spcAft>
              <a:buNone/>
              <a:defRPr sz="4800">
                <a:latin typeface="Poppins SemiBold"/>
                <a:ea typeface="Poppins SemiBold"/>
                <a:cs typeface="Poppins SemiBold"/>
                <a:sym typeface="Poppins SemiBold"/>
              </a:defRPr>
            </a:lvl6pPr>
            <a:lvl7pPr lvl="6">
              <a:lnSpc>
                <a:spcPct val="115000"/>
              </a:lnSpc>
              <a:spcBef>
                <a:spcPts val="0"/>
              </a:spcBef>
              <a:spcAft>
                <a:spcPts val="0"/>
              </a:spcAft>
              <a:buNone/>
              <a:defRPr sz="4800">
                <a:latin typeface="Poppins SemiBold"/>
                <a:ea typeface="Poppins SemiBold"/>
                <a:cs typeface="Poppins SemiBold"/>
                <a:sym typeface="Poppins SemiBold"/>
              </a:defRPr>
            </a:lvl7pPr>
            <a:lvl8pPr lvl="7">
              <a:lnSpc>
                <a:spcPct val="115000"/>
              </a:lnSpc>
              <a:spcBef>
                <a:spcPts val="0"/>
              </a:spcBef>
              <a:spcAft>
                <a:spcPts val="0"/>
              </a:spcAft>
              <a:buNone/>
              <a:defRPr sz="4800">
                <a:latin typeface="Poppins SemiBold"/>
                <a:ea typeface="Poppins SemiBold"/>
                <a:cs typeface="Poppins SemiBold"/>
                <a:sym typeface="Poppins SemiBold"/>
              </a:defRPr>
            </a:lvl8pPr>
            <a:lvl9pPr lvl="8">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64" name="Google Shape;64;p7"/>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65" name="Google Shape;65;p7"/>
          <p:cNvGrpSpPr/>
          <p:nvPr/>
        </p:nvGrpSpPr>
        <p:grpSpPr>
          <a:xfrm>
            <a:off x="128875" y="0"/>
            <a:ext cx="8894375" cy="5144700"/>
            <a:chOff x="128875" y="0"/>
            <a:chExt cx="8894375" cy="5144700"/>
          </a:xfrm>
        </p:grpSpPr>
        <p:cxnSp>
          <p:nvCxnSpPr>
            <p:cNvPr id="66" name="Google Shape;66;p7"/>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7"/>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7"/>
            <p:cNvCxnSpPr/>
            <p:nvPr/>
          </p:nvCxnSpPr>
          <p:spPr>
            <a:xfrm>
              <a:off x="128875" y="1287125"/>
              <a:ext cx="8892000" cy="0"/>
            </a:xfrm>
            <a:prstGeom prst="straightConnector1">
              <a:avLst/>
            </a:prstGeom>
            <a:noFill/>
            <a:ln cap="flat" cmpd="sng" w="9525">
              <a:solidFill>
                <a:schemeClr val="dk2"/>
              </a:solidFill>
              <a:prstDash val="solid"/>
              <a:round/>
              <a:headEnd len="med" w="med" type="none"/>
              <a:tailEnd len="med" w="med" type="none"/>
            </a:ln>
          </p:spPr>
        </p:cxnSp>
      </p:grpSp>
      <p:sp>
        <p:nvSpPr>
          <p:cNvPr id="69" name="Google Shape;69;p7"/>
          <p:cNvSpPr txBox="1"/>
          <p:nvPr>
            <p:ph idx="1" type="subTitle"/>
          </p:nvPr>
        </p:nvSpPr>
        <p:spPr>
          <a:xfrm>
            <a:off x="5364800" y="4526452"/>
            <a:ext cx="3652200" cy="3387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lgn="r">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BLANK_1_1_1_1_1_1_1_1_1_1_2">
    <p:spTree>
      <p:nvGrpSpPr>
        <p:cNvPr id="70" name="Shape 70"/>
        <p:cNvGrpSpPr/>
        <p:nvPr/>
      </p:nvGrpSpPr>
      <p:grpSpPr>
        <a:xfrm>
          <a:off x="0" y="0"/>
          <a:ext cx="0" cy="0"/>
          <a:chOff x="0" y="0"/>
          <a:chExt cx="0" cy="0"/>
        </a:xfrm>
      </p:grpSpPr>
      <p:sp>
        <p:nvSpPr>
          <p:cNvPr id="71" name="Google Shape;71;p8"/>
          <p:cNvSpPr txBox="1"/>
          <p:nvPr>
            <p:ph idx="1" type="subTitle"/>
          </p:nvPr>
        </p:nvSpPr>
        <p:spPr>
          <a:xfrm>
            <a:off x="3940150" y="1291385"/>
            <a:ext cx="2541000" cy="2570100"/>
          </a:xfrm>
          <a:prstGeom prst="rect">
            <a:avLst/>
          </a:prstGeom>
        </p:spPr>
        <p:txBody>
          <a:bodyPr anchorCtr="0" anchor="t" bIns="182875" lIns="182875" spcFirstLastPara="1" rIns="182875" wrap="square" tIns="182875">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72" name="Google Shape;72;p8"/>
          <p:cNvSpPr/>
          <p:nvPr>
            <p:ph idx="2" type="pic"/>
          </p:nvPr>
        </p:nvSpPr>
        <p:spPr>
          <a:xfrm>
            <a:off x="134150" y="1296400"/>
            <a:ext cx="1260000" cy="1272600"/>
          </a:xfrm>
          <a:prstGeom prst="rect">
            <a:avLst/>
          </a:prstGeom>
          <a:noFill/>
          <a:ln>
            <a:noFill/>
          </a:ln>
        </p:spPr>
      </p:sp>
      <p:sp>
        <p:nvSpPr>
          <p:cNvPr id="73" name="Google Shape;73;p8"/>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8"/>
          <p:cNvSpPr txBox="1"/>
          <p:nvPr>
            <p:ph type="title"/>
          </p:nvPr>
        </p:nvSpPr>
        <p:spPr>
          <a:xfrm>
            <a:off x="1453925" y="228600"/>
            <a:ext cx="6202200" cy="567600"/>
          </a:xfrm>
          <a:prstGeom prst="rect">
            <a:avLst/>
          </a:prstGeom>
        </p:spPr>
        <p:txBody>
          <a:bodyPr anchorCtr="0" anchor="t" bIns="0" lIns="91425" spcFirstLastPara="1" rIns="91425" wrap="square" tIns="0">
            <a:spAutoFit/>
          </a:bodyPr>
          <a:lstStyle>
            <a:lvl1pPr lvl="0">
              <a:lnSpc>
                <a:spcPct val="85000"/>
              </a:lnSpc>
              <a:spcBef>
                <a:spcPts val="0"/>
              </a:spcBef>
              <a:spcAft>
                <a:spcPts val="0"/>
              </a:spcAft>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75" name="Google Shape;75;p8"/>
          <p:cNvSpPr txBox="1"/>
          <p:nvPr>
            <p:ph idx="3" type="subTitle"/>
          </p:nvPr>
        </p:nvSpPr>
        <p:spPr>
          <a:xfrm>
            <a:off x="1399375" y="1291225"/>
            <a:ext cx="2541000" cy="2570100"/>
          </a:xfrm>
          <a:prstGeom prst="rect">
            <a:avLst/>
          </a:prstGeom>
        </p:spPr>
        <p:txBody>
          <a:bodyPr anchorCtr="0" anchor="t" bIns="182875" lIns="182875" spcFirstLastPara="1" rIns="182875" wrap="square" tIns="182875">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76" name="Google Shape;76;p8"/>
          <p:cNvSpPr txBox="1"/>
          <p:nvPr>
            <p:ph idx="4" type="subTitle"/>
          </p:nvPr>
        </p:nvSpPr>
        <p:spPr>
          <a:xfrm>
            <a:off x="6481150" y="2579575"/>
            <a:ext cx="2541000" cy="2163900"/>
          </a:xfrm>
          <a:prstGeom prst="rect">
            <a:avLst/>
          </a:prstGeom>
        </p:spPr>
        <p:txBody>
          <a:bodyPr anchorCtr="0" anchor="t" bIns="182875" lIns="182875" spcFirstLastPara="1" rIns="182875" wrap="square" tIns="182875">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cxnSp>
        <p:nvCxnSpPr>
          <p:cNvPr id="77" name="Google Shape;77;p8"/>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78" name="Google Shape;78;p8"/>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79" name="Shape 79"/>
        <p:cNvGrpSpPr/>
        <p:nvPr/>
      </p:nvGrpSpPr>
      <p:grpSpPr>
        <a:xfrm>
          <a:off x="0" y="0"/>
          <a:ext cx="0" cy="0"/>
          <a:chOff x="0" y="0"/>
          <a:chExt cx="0" cy="0"/>
        </a:xfrm>
      </p:grpSpPr>
      <p:sp>
        <p:nvSpPr>
          <p:cNvPr id="80" name="Google Shape;80;p9"/>
          <p:cNvSpPr txBox="1"/>
          <p:nvPr>
            <p:ph type="title"/>
          </p:nvPr>
        </p:nvSpPr>
        <p:spPr>
          <a:xfrm>
            <a:off x="1408575" y="2585875"/>
            <a:ext cx="350100" cy="350700"/>
          </a:xfrm>
          <a:prstGeom prst="rect">
            <a:avLst/>
          </a:prstGeom>
          <a:noFill/>
        </p:spPr>
        <p:txBody>
          <a:bodyPr anchorCtr="0" anchor="ctr" bIns="91425" lIns="91425" spcFirstLastPara="1" rIns="93725" wrap="square" tIns="91425">
            <a:spAutoFit/>
          </a:bodyPr>
          <a:lstStyle>
            <a:lvl1pPr lvl="0" algn="ctr">
              <a:spcBef>
                <a:spcPts val="0"/>
              </a:spcBef>
              <a:spcAft>
                <a:spcPts val="0"/>
              </a:spcAft>
              <a:buClr>
                <a:schemeClr val="dk1"/>
              </a:buClr>
              <a:buSzPts val="900"/>
              <a:buFont typeface="Poppins"/>
              <a:buNone/>
              <a:defRPr sz="900">
                <a:solidFill>
                  <a:schemeClr val="dk1"/>
                </a:solidFill>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81" name="Google Shape;81;p9"/>
          <p:cNvSpPr txBox="1"/>
          <p:nvPr>
            <p:ph idx="2" type="title"/>
          </p:nvPr>
        </p:nvSpPr>
        <p:spPr>
          <a:xfrm>
            <a:off x="2669675" y="3867775"/>
            <a:ext cx="350100" cy="350700"/>
          </a:xfrm>
          <a:prstGeom prst="rect">
            <a:avLst/>
          </a:prstGeom>
          <a:noFill/>
        </p:spPr>
        <p:txBody>
          <a:bodyPr anchorCtr="0" anchor="ctr" bIns="91425" lIns="91425" spcFirstLastPara="1" rIns="93725" wrap="square" tIns="91425">
            <a:spAutoFit/>
          </a:bodyPr>
          <a:lstStyle>
            <a:lvl1pPr lvl="0" algn="ctr">
              <a:spcBef>
                <a:spcPts val="0"/>
              </a:spcBef>
              <a:spcAft>
                <a:spcPts val="0"/>
              </a:spcAft>
              <a:buClr>
                <a:schemeClr val="accent6"/>
              </a:buClr>
              <a:buSzPts val="900"/>
              <a:buFont typeface="Poppins"/>
              <a:buNone/>
              <a:defRPr sz="900">
                <a:solidFill>
                  <a:schemeClr val="accent6"/>
                </a:solidFill>
              </a:defRPr>
            </a:lvl1pPr>
            <a:lvl2pPr lvl="1"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lgn="ctr">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2" name="Google Shape;82;p9"/>
          <p:cNvSpPr txBox="1"/>
          <p:nvPr>
            <p:ph idx="3" type="title"/>
          </p:nvPr>
        </p:nvSpPr>
        <p:spPr>
          <a:xfrm>
            <a:off x="5217125" y="3861475"/>
            <a:ext cx="346200" cy="350700"/>
          </a:xfrm>
          <a:prstGeom prst="rect">
            <a:avLst/>
          </a:prstGeom>
          <a:noFill/>
        </p:spPr>
        <p:txBody>
          <a:bodyPr anchorCtr="0" anchor="ctr" bIns="91425" lIns="91425" spcFirstLastPara="1" rIns="93725" wrap="square" tIns="91425">
            <a:spAutoFit/>
          </a:bodyPr>
          <a:lstStyle>
            <a:lvl1pPr lvl="0" algn="ctr">
              <a:spcBef>
                <a:spcPts val="0"/>
              </a:spcBef>
              <a:spcAft>
                <a:spcPts val="0"/>
              </a:spcAft>
              <a:buClr>
                <a:schemeClr val="accent6"/>
              </a:buClr>
              <a:buSzPts val="900"/>
              <a:buFont typeface="Poppins"/>
              <a:buNone/>
              <a:defRPr sz="900">
                <a:solidFill>
                  <a:schemeClr val="accent6"/>
                </a:solidFill>
              </a:defRPr>
            </a:lvl1pPr>
            <a:lvl2pPr lvl="1">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3" name="Google Shape;83;p9"/>
          <p:cNvSpPr txBox="1"/>
          <p:nvPr>
            <p:ph idx="4" type="title"/>
          </p:nvPr>
        </p:nvSpPr>
        <p:spPr>
          <a:xfrm>
            <a:off x="3947363" y="2579575"/>
            <a:ext cx="350100" cy="350700"/>
          </a:xfrm>
          <a:prstGeom prst="rect">
            <a:avLst/>
          </a:prstGeom>
          <a:noFill/>
        </p:spPr>
        <p:txBody>
          <a:bodyPr anchorCtr="0" anchor="ctr" bIns="91425" lIns="91425" spcFirstLastPara="1" rIns="93725" wrap="square" tIns="91425">
            <a:spAutoFit/>
          </a:bodyPr>
          <a:lstStyle>
            <a:lvl1pPr lvl="0" algn="ctr">
              <a:spcBef>
                <a:spcPts val="0"/>
              </a:spcBef>
              <a:spcAft>
                <a:spcPts val="0"/>
              </a:spcAft>
              <a:buClr>
                <a:schemeClr val="accent6"/>
              </a:buClr>
              <a:buSzPts val="900"/>
              <a:buFont typeface="Poppins"/>
              <a:buNone/>
              <a:defRPr sz="900">
                <a:solidFill>
                  <a:schemeClr val="accent6"/>
                </a:solidFill>
              </a:defRPr>
            </a:lvl1pPr>
            <a:lvl2pPr lvl="1">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4" name="Google Shape;84;p9"/>
          <p:cNvSpPr txBox="1"/>
          <p:nvPr>
            <p:ph idx="5" type="title"/>
          </p:nvPr>
        </p:nvSpPr>
        <p:spPr>
          <a:xfrm>
            <a:off x="6489150" y="2579575"/>
            <a:ext cx="346200" cy="350700"/>
          </a:xfrm>
          <a:prstGeom prst="rect">
            <a:avLst/>
          </a:prstGeom>
          <a:noFill/>
        </p:spPr>
        <p:txBody>
          <a:bodyPr anchorCtr="0" anchor="ctr" bIns="91425" lIns="91425" spcFirstLastPara="1" rIns="93725" wrap="square" tIns="91425">
            <a:spAutoFit/>
          </a:bodyPr>
          <a:lstStyle>
            <a:lvl1pPr lvl="0" algn="ctr">
              <a:spcBef>
                <a:spcPts val="0"/>
              </a:spcBef>
              <a:spcAft>
                <a:spcPts val="0"/>
              </a:spcAft>
              <a:buClr>
                <a:schemeClr val="accent6"/>
              </a:buClr>
              <a:buSzPts val="900"/>
              <a:buFont typeface="Poppins"/>
              <a:buNone/>
              <a:defRPr sz="900">
                <a:solidFill>
                  <a:schemeClr val="accent6"/>
                </a:solidFill>
              </a:defRPr>
            </a:lvl1pPr>
            <a:lvl2pPr lvl="1">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2pPr>
            <a:lvl3pPr lvl="2">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3pPr>
            <a:lvl4pPr lvl="3">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4pPr>
            <a:lvl5pPr lvl="4">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5pPr>
            <a:lvl6pPr lvl="5">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6pPr>
            <a:lvl7pPr lvl="6">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7pPr>
            <a:lvl8pPr lvl="7">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8pPr>
            <a:lvl9pPr lvl="8">
              <a:spcBef>
                <a:spcPts val="0"/>
              </a:spcBef>
              <a:spcAft>
                <a:spcPts val="0"/>
              </a:spcAft>
              <a:buClr>
                <a:schemeClr val="accent6"/>
              </a:buClr>
              <a:buSzPts val="1400"/>
              <a:buFont typeface="Poppins"/>
              <a:buNone/>
              <a:defRPr>
                <a:solidFill>
                  <a:schemeClr val="accent6"/>
                </a:solidFill>
                <a:latin typeface="Poppins"/>
                <a:ea typeface="Poppins"/>
                <a:cs typeface="Poppins"/>
                <a:sym typeface="Poppins"/>
              </a:defRPr>
            </a:lvl9pPr>
          </a:lstStyle>
          <a:p/>
        </p:txBody>
      </p:sp>
      <p:sp>
        <p:nvSpPr>
          <p:cNvPr id="85" name="Google Shape;85;p9"/>
          <p:cNvSpPr txBox="1"/>
          <p:nvPr>
            <p:ph idx="1" type="subTitle"/>
          </p:nvPr>
        </p:nvSpPr>
        <p:spPr>
          <a:xfrm>
            <a:off x="1736450" y="2585875"/>
            <a:ext cx="2206800" cy="30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86" name="Google Shape;86;p9"/>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87" name="Google Shape;87;p9"/>
          <p:cNvGrpSpPr/>
          <p:nvPr/>
        </p:nvGrpSpPr>
        <p:grpSpPr>
          <a:xfrm>
            <a:off x="128875" y="0"/>
            <a:ext cx="8894400" cy="5144700"/>
            <a:chOff x="128875" y="0"/>
            <a:chExt cx="8894400" cy="5144700"/>
          </a:xfrm>
        </p:grpSpPr>
        <p:cxnSp>
          <p:nvCxnSpPr>
            <p:cNvPr id="88" name="Google Shape;88;p9"/>
            <p:cNvCxnSpPr/>
            <p:nvPr/>
          </p:nvCxnSpPr>
          <p:spPr>
            <a:xfrm>
              <a:off x="6480997" y="1200"/>
              <a:ext cx="0" cy="3860700"/>
            </a:xfrm>
            <a:prstGeom prst="straightConnector1">
              <a:avLst/>
            </a:prstGeom>
            <a:noFill/>
            <a:ln cap="flat" cmpd="sng" w="9525">
              <a:solidFill>
                <a:schemeClr val="accent3"/>
              </a:solidFill>
              <a:prstDash val="solid"/>
              <a:round/>
              <a:headEnd len="med" w="med" type="none"/>
              <a:tailEnd len="med" w="med" type="none"/>
            </a:ln>
          </p:spPr>
        </p:cxnSp>
        <p:cxnSp>
          <p:nvCxnSpPr>
            <p:cNvPr id="89" name="Google Shape;89;p9"/>
            <p:cNvCxnSpPr/>
            <p:nvPr/>
          </p:nvCxnSpPr>
          <p:spPr>
            <a:xfrm>
              <a:off x="7752125" y="1200"/>
              <a:ext cx="0" cy="2578500"/>
            </a:xfrm>
            <a:prstGeom prst="straightConnector1">
              <a:avLst/>
            </a:prstGeom>
            <a:noFill/>
            <a:ln cap="flat" cmpd="sng" w="9525">
              <a:solidFill>
                <a:schemeClr val="accent3"/>
              </a:solidFill>
              <a:prstDash val="solid"/>
              <a:round/>
              <a:headEnd len="med" w="med" type="none"/>
              <a:tailEnd len="med" w="med" type="none"/>
            </a:ln>
          </p:spPr>
        </p:cxnSp>
        <p:cxnSp>
          <p:nvCxnSpPr>
            <p:cNvPr id="90" name="Google Shape;90;p9"/>
            <p:cNvCxnSpPr/>
            <p:nvPr/>
          </p:nvCxnSpPr>
          <p:spPr>
            <a:xfrm>
              <a:off x="128875" y="3861475"/>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91" name="Google Shape;91;p9"/>
            <p:cNvCxnSpPr/>
            <p:nvPr/>
          </p:nvCxnSpPr>
          <p:spPr>
            <a:xfrm>
              <a:off x="128875" y="2579575"/>
              <a:ext cx="8894400" cy="0"/>
            </a:xfrm>
            <a:prstGeom prst="straightConnector1">
              <a:avLst/>
            </a:prstGeom>
            <a:noFill/>
            <a:ln cap="flat" cmpd="sng" w="9525">
              <a:solidFill>
                <a:schemeClr val="accent3"/>
              </a:solidFill>
              <a:prstDash val="solid"/>
              <a:round/>
              <a:headEnd len="med" w="med" type="none"/>
              <a:tailEnd len="med" w="med" type="none"/>
            </a:ln>
          </p:spPr>
        </p:cxnSp>
        <p:cxnSp>
          <p:nvCxnSpPr>
            <p:cNvPr id="92" name="Google Shape;92;p9"/>
            <p:cNvCxnSpPr/>
            <p:nvPr/>
          </p:nvCxnSpPr>
          <p:spPr>
            <a:xfrm>
              <a:off x="5212100" y="0"/>
              <a:ext cx="0" cy="2580000"/>
            </a:xfrm>
            <a:prstGeom prst="straightConnector1">
              <a:avLst/>
            </a:prstGeom>
            <a:noFill/>
            <a:ln cap="flat" cmpd="sng" w="9525">
              <a:solidFill>
                <a:schemeClr val="accent3"/>
              </a:solidFill>
              <a:prstDash val="solid"/>
              <a:round/>
              <a:headEnd len="med" w="med" type="none"/>
              <a:tailEnd len="med" w="med" type="none"/>
            </a:ln>
          </p:spPr>
        </p:cxnSp>
        <p:cxnSp>
          <p:nvCxnSpPr>
            <p:cNvPr id="93" name="Google Shape;93;p9"/>
            <p:cNvCxnSpPr/>
            <p:nvPr/>
          </p:nvCxnSpPr>
          <p:spPr>
            <a:xfrm>
              <a:off x="3940150" y="1291375"/>
              <a:ext cx="0" cy="2571600"/>
            </a:xfrm>
            <a:prstGeom prst="straightConnector1">
              <a:avLst/>
            </a:prstGeom>
            <a:noFill/>
            <a:ln cap="flat" cmpd="sng" w="9525">
              <a:solidFill>
                <a:schemeClr val="accent3"/>
              </a:solidFill>
              <a:prstDash val="solid"/>
              <a:round/>
              <a:headEnd len="med" w="med" type="none"/>
              <a:tailEnd len="med" w="med" type="none"/>
            </a:ln>
          </p:spPr>
        </p:cxnSp>
        <p:cxnSp>
          <p:nvCxnSpPr>
            <p:cNvPr id="94" name="Google Shape;94;p9"/>
            <p:cNvCxnSpPr/>
            <p:nvPr/>
          </p:nvCxnSpPr>
          <p:spPr>
            <a:xfrm>
              <a:off x="2669725" y="1291375"/>
              <a:ext cx="0" cy="1281900"/>
            </a:xfrm>
            <a:prstGeom prst="straightConnector1">
              <a:avLst/>
            </a:prstGeom>
            <a:noFill/>
            <a:ln cap="flat" cmpd="sng" w="9525">
              <a:solidFill>
                <a:schemeClr val="accent3"/>
              </a:solidFill>
              <a:prstDash val="solid"/>
              <a:round/>
              <a:headEnd len="med" w="med" type="none"/>
              <a:tailEnd len="med" w="med" type="none"/>
            </a:ln>
          </p:spPr>
        </p:cxnSp>
        <p:cxnSp>
          <p:nvCxnSpPr>
            <p:cNvPr id="95" name="Google Shape;95;p9"/>
            <p:cNvCxnSpPr/>
            <p:nvPr/>
          </p:nvCxnSpPr>
          <p:spPr>
            <a:xfrm>
              <a:off x="1399300" y="1291375"/>
              <a:ext cx="0" cy="3853200"/>
            </a:xfrm>
            <a:prstGeom prst="straightConnector1">
              <a:avLst/>
            </a:prstGeom>
            <a:noFill/>
            <a:ln cap="flat" cmpd="sng" w="9525">
              <a:solidFill>
                <a:schemeClr val="accent3"/>
              </a:solidFill>
              <a:prstDash val="solid"/>
              <a:round/>
              <a:headEnd len="med" w="med" type="none"/>
              <a:tailEnd len="med" w="med" type="none"/>
            </a:ln>
          </p:spPr>
        </p:cxnSp>
        <p:cxnSp>
          <p:nvCxnSpPr>
            <p:cNvPr id="96" name="Google Shape;96;p9"/>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97" name="Google Shape;97;p9"/>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98" name="Google Shape;98;p9"/>
            <p:cNvCxnSpPr/>
            <p:nvPr/>
          </p:nvCxnSpPr>
          <p:spPr>
            <a:xfrm>
              <a:off x="128875" y="1291375"/>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99" name="Google Shape;99;p9"/>
            <p:cNvCxnSpPr/>
            <p:nvPr/>
          </p:nvCxnSpPr>
          <p:spPr>
            <a:xfrm rot="10800000">
              <a:off x="7752125" y="3861112"/>
              <a:ext cx="0" cy="1281900"/>
            </a:xfrm>
            <a:prstGeom prst="straightConnector1">
              <a:avLst/>
            </a:prstGeom>
            <a:noFill/>
            <a:ln cap="flat" cmpd="sng" w="9525">
              <a:solidFill>
                <a:schemeClr val="accent3"/>
              </a:solidFill>
              <a:prstDash val="solid"/>
              <a:round/>
              <a:headEnd len="med" w="med" type="none"/>
              <a:tailEnd len="med" w="med" type="none"/>
            </a:ln>
          </p:spPr>
        </p:cxnSp>
        <p:cxnSp>
          <p:nvCxnSpPr>
            <p:cNvPr id="100" name="Google Shape;100;p9"/>
            <p:cNvCxnSpPr/>
            <p:nvPr/>
          </p:nvCxnSpPr>
          <p:spPr>
            <a:xfrm rot="10800000">
              <a:off x="5212100" y="3861112"/>
              <a:ext cx="0" cy="1281900"/>
            </a:xfrm>
            <a:prstGeom prst="straightConnector1">
              <a:avLst/>
            </a:prstGeom>
            <a:noFill/>
            <a:ln cap="flat" cmpd="sng" w="9525">
              <a:solidFill>
                <a:schemeClr val="accent3"/>
              </a:solidFill>
              <a:prstDash val="solid"/>
              <a:round/>
              <a:headEnd len="med" w="med" type="none"/>
              <a:tailEnd len="med" w="med" type="none"/>
            </a:ln>
          </p:spPr>
        </p:cxnSp>
        <p:cxnSp>
          <p:nvCxnSpPr>
            <p:cNvPr id="101" name="Google Shape;101;p9"/>
            <p:cNvCxnSpPr/>
            <p:nvPr/>
          </p:nvCxnSpPr>
          <p:spPr>
            <a:xfrm rot="10800000">
              <a:off x="2672963" y="3861112"/>
              <a:ext cx="0" cy="1281900"/>
            </a:xfrm>
            <a:prstGeom prst="straightConnector1">
              <a:avLst/>
            </a:prstGeom>
            <a:noFill/>
            <a:ln cap="flat" cmpd="sng" w="9525">
              <a:solidFill>
                <a:schemeClr val="accent3"/>
              </a:solidFill>
              <a:prstDash val="solid"/>
              <a:round/>
              <a:headEnd len="med" w="med" type="none"/>
              <a:tailEnd len="med" w="med" type="none"/>
            </a:ln>
          </p:spPr>
        </p:cxnSp>
      </p:grpSp>
      <p:sp>
        <p:nvSpPr>
          <p:cNvPr id="102" name="Google Shape;102;p9"/>
          <p:cNvSpPr txBox="1"/>
          <p:nvPr>
            <p:ph idx="6" type="subTitle"/>
          </p:nvPr>
        </p:nvSpPr>
        <p:spPr>
          <a:xfrm>
            <a:off x="4275713" y="2579575"/>
            <a:ext cx="2206800" cy="30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3" name="Google Shape;103;p9"/>
          <p:cNvSpPr txBox="1"/>
          <p:nvPr>
            <p:ph idx="7" type="subTitle"/>
          </p:nvPr>
        </p:nvSpPr>
        <p:spPr>
          <a:xfrm>
            <a:off x="6817988" y="2579575"/>
            <a:ext cx="2206800" cy="30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4" name="Google Shape;104;p9"/>
          <p:cNvSpPr txBox="1"/>
          <p:nvPr>
            <p:ph idx="8" type="subTitle"/>
          </p:nvPr>
        </p:nvSpPr>
        <p:spPr>
          <a:xfrm>
            <a:off x="5552488" y="3861475"/>
            <a:ext cx="2206800" cy="30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5" name="Google Shape;105;p9"/>
          <p:cNvSpPr txBox="1"/>
          <p:nvPr>
            <p:ph idx="9" type="subTitle"/>
          </p:nvPr>
        </p:nvSpPr>
        <p:spPr>
          <a:xfrm>
            <a:off x="3009325" y="3861475"/>
            <a:ext cx="2206800" cy="30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200"/>
              <a:buFont typeface="Instrument Sans"/>
              <a:buNone/>
              <a:defRPr sz="1200">
                <a:solidFill>
                  <a:schemeClr val="lt1"/>
                </a:solidFill>
                <a:latin typeface="Instrument Sans"/>
                <a:ea typeface="Instrument Sans"/>
                <a:cs typeface="Instrument Sans"/>
                <a:sym typeface="Instrument Sans"/>
              </a:defRPr>
            </a:lvl9pPr>
          </a:lstStyle>
          <a:p/>
        </p:txBody>
      </p:sp>
      <p:sp>
        <p:nvSpPr>
          <p:cNvPr id="106" name="Google Shape;106;p9"/>
          <p:cNvSpPr txBox="1"/>
          <p:nvPr>
            <p:ph idx="13" type="title"/>
          </p:nvPr>
        </p:nvSpPr>
        <p:spPr>
          <a:xfrm>
            <a:off x="133375" y="236850"/>
            <a:ext cx="5078700" cy="567600"/>
          </a:xfrm>
          <a:prstGeom prst="rect">
            <a:avLst/>
          </a:prstGeom>
        </p:spPr>
        <p:txBody>
          <a:bodyPr anchorCtr="0" anchor="t" bIns="0" lIns="91425" spcFirstLastPara="1" rIns="91425" wrap="square" tIns="0">
            <a:spAutoFit/>
          </a:bodyPr>
          <a:lstStyle>
            <a:lvl1pPr lvl="0">
              <a:spcBef>
                <a:spcPts val="0"/>
              </a:spcBef>
              <a:spcAft>
                <a:spcPts val="0"/>
              </a:spcAft>
              <a:buClr>
                <a:schemeClr val="lt1"/>
              </a:buClr>
              <a:buSzPts val="3600"/>
              <a:buFont typeface="Poppins"/>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spTree>
      <p:nvGrpSpPr>
        <p:cNvPr id="107" name="Shape 107"/>
        <p:cNvGrpSpPr/>
        <p:nvPr/>
      </p:nvGrpSpPr>
      <p:grpSpPr>
        <a:xfrm>
          <a:off x="0" y="0"/>
          <a:ext cx="0" cy="0"/>
          <a:chOff x="0" y="0"/>
          <a:chExt cx="0" cy="0"/>
        </a:xfrm>
      </p:grpSpPr>
      <p:cxnSp>
        <p:nvCxnSpPr>
          <p:cNvPr id="108" name="Google Shape;108;p10"/>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10"/>
          <p:cNvSpPr txBox="1"/>
          <p:nvPr>
            <p:ph idx="1" type="subTitle"/>
          </p:nvPr>
        </p:nvSpPr>
        <p:spPr>
          <a:xfrm>
            <a:off x="984950" y="3865575"/>
            <a:ext cx="416700" cy="393600"/>
          </a:xfrm>
          <a:prstGeom prst="rect">
            <a:avLst/>
          </a:prstGeom>
          <a:solidFill>
            <a:schemeClr val="dk2"/>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110" name="Google Shape;110;p10"/>
          <p:cNvSpPr txBox="1"/>
          <p:nvPr>
            <p:ph idx="2" type="subTitle"/>
          </p:nvPr>
        </p:nvSpPr>
        <p:spPr>
          <a:xfrm>
            <a:off x="984950" y="2584425"/>
            <a:ext cx="416700" cy="393600"/>
          </a:xfrm>
          <a:prstGeom prst="rect">
            <a:avLst/>
          </a:prstGeom>
          <a:solidFill>
            <a:schemeClr val="lt2"/>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10"/>
          <p:cNvSpPr txBox="1"/>
          <p:nvPr>
            <p:ph type="title"/>
          </p:nvPr>
        </p:nvSpPr>
        <p:spPr>
          <a:xfrm>
            <a:off x="139700" y="228600"/>
            <a:ext cx="64803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lnSpc>
                <a:spcPct val="115000"/>
              </a:lnSpc>
              <a:spcBef>
                <a:spcPts val="0"/>
              </a:spcBef>
              <a:spcAft>
                <a:spcPts val="0"/>
              </a:spcAft>
              <a:buNone/>
              <a:defRPr sz="3000">
                <a:latin typeface="Poppins SemiBold"/>
                <a:ea typeface="Poppins SemiBold"/>
                <a:cs typeface="Poppins SemiBold"/>
                <a:sym typeface="Poppins SemiBold"/>
              </a:defRPr>
            </a:lvl2pPr>
            <a:lvl3pPr lvl="2">
              <a:lnSpc>
                <a:spcPct val="115000"/>
              </a:lnSpc>
              <a:spcBef>
                <a:spcPts val="0"/>
              </a:spcBef>
              <a:spcAft>
                <a:spcPts val="0"/>
              </a:spcAft>
              <a:buNone/>
              <a:defRPr sz="3000">
                <a:latin typeface="Poppins SemiBold"/>
                <a:ea typeface="Poppins SemiBold"/>
                <a:cs typeface="Poppins SemiBold"/>
                <a:sym typeface="Poppins SemiBold"/>
              </a:defRPr>
            </a:lvl3pPr>
            <a:lvl4pPr lvl="3">
              <a:lnSpc>
                <a:spcPct val="115000"/>
              </a:lnSpc>
              <a:spcBef>
                <a:spcPts val="0"/>
              </a:spcBef>
              <a:spcAft>
                <a:spcPts val="0"/>
              </a:spcAft>
              <a:buNone/>
              <a:defRPr sz="3000">
                <a:latin typeface="Poppins SemiBold"/>
                <a:ea typeface="Poppins SemiBold"/>
                <a:cs typeface="Poppins SemiBold"/>
                <a:sym typeface="Poppins SemiBold"/>
              </a:defRPr>
            </a:lvl4pPr>
            <a:lvl5pPr lvl="4">
              <a:lnSpc>
                <a:spcPct val="115000"/>
              </a:lnSpc>
              <a:spcBef>
                <a:spcPts val="0"/>
              </a:spcBef>
              <a:spcAft>
                <a:spcPts val="0"/>
              </a:spcAft>
              <a:buNone/>
              <a:defRPr sz="3000">
                <a:latin typeface="Poppins SemiBold"/>
                <a:ea typeface="Poppins SemiBold"/>
                <a:cs typeface="Poppins SemiBold"/>
                <a:sym typeface="Poppins SemiBold"/>
              </a:defRPr>
            </a:lvl5pPr>
            <a:lvl6pPr lvl="5">
              <a:lnSpc>
                <a:spcPct val="115000"/>
              </a:lnSpc>
              <a:spcBef>
                <a:spcPts val="0"/>
              </a:spcBef>
              <a:spcAft>
                <a:spcPts val="0"/>
              </a:spcAft>
              <a:buNone/>
              <a:defRPr sz="3000">
                <a:latin typeface="Poppins SemiBold"/>
                <a:ea typeface="Poppins SemiBold"/>
                <a:cs typeface="Poppins SemiBold"/>
                <a:sym typeface="Poppins SemiBold"/>
              </a:defRPr>
            </a:lvl6pPr>
            <a:lvl7pPr lvl="6">
              <a:lnSpc>
                <a:spcPct val="115000"/>
              </a:lnSpc>
              <a:spcBef>
                <a:spcPts val="0"/>
              </a:spcBef>
              <a:spcAft>
                <a:spcPts val="0"/>
              </a:spcAft>
              <a:buNone/>
              <a:defRPr sz="3000">
                <a:latin typeface="Poppins SemiBold"/>
                <a:ea typeface="Poppins SemiBold"/>
                <a:cs typeface="Poppins SemiBold"/>
                <a:sym typeface="Poppins SemiBold"/>
              </a:defRPr>
            </a:lvl7pPr>
            <a:lvl8pPr lvl="7">
              <a:lnSpc>
                <a:spcPct val="115000"/>
              </a:lnSpc>
              <a:spcBef>
                <a:spcPts val="0"/>
              </a:spcBef>
              <a:spcAft>
                <a:spcPts val="0"/>
              </a:spcAft>
              <a:buNone/>
              <a:defRPr sz="3000">
                <a:latin typeface="Poppins SemiBold"/>
                <a:ea typeface="Poppins SemiBold"/>
                <a:cs typeface="Poppins SemiBold"/>
                <a:sym typeface="Poppins SemiBold"/>
              </a:defRPr>
            </a:lvl8pPr>
            <a:lvl9pPr lvl="8">
              <a:lnSpc>
                <a:spcPct val="115000"/>
              </a:lnSpc>
              <a:spcBef>
                <a:spcPts val="0"/>
              </a:spcBef>
              <a:spcAft>
                <a:spcPts val="0"/>
              </a:spcAft>
              <a:buNone/>
              <a:defRPr sz="3000">
                <a:latin typeface="Poppins SemiBold"/>
                <a:ea typeface="Poppins SemiBold"/>
                <a:cs typeface="Poppins SemiBold"/>
                <a:sym typeface="Poppins SemiBold"/>
              </a:defRPr>
            </a:lvl9pPr>
          </a:lstStyle>
          <a:p/>
        </p:txBody>
      </p:sp>
      <p:cxnSp>
        <p:nvCxnSpPr>
          <p:cNvPr id="112" name="Google Shape;112;p10"/>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10"/>
          <p:cNvSpPr txBox="1"/>
          <p:nvPr>
            <p:ph idx="3" type="subTitle"/>
          </p:nvPr>
        </p:nvSpPr>
        <p:spPr>
          <a:xfrm>
            <a:off x="984950" y="1291350"/>
            <a:ext cx="416700" cy="393600"/>
          </a:xfrm>
          <a:prstGeom prst="rect">
            <a:avLst/>
          </a:prstGeom>
          <a:solidFill>
            <a:schemeClr val="lt1"/>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0"/>
          <p:cNvSpPr txBox="1"/>
          <p:nvPr>
            <p:ph idx="4" type="body"/>
          </p:nvPr>
        </p:nvSpPr>
        <p:spPr>
          <a:xfrm>
            <a:off x="1399300" y="1548450"/>
            <a:ext cx="3811200" cy="9519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800"/>
              </a:spcBef>
              <a:spcAft>
                <a:spcPts val="0"/>
              </a:spcAft>
              <a:buClr>
                <a:schemeClr val="accent6"/>
              </a:buClr>
              <a:buSzPts val="1000"/>
              <a:buChar char="○"/>
              <a:defRPr>
                <a:solidFill>
                  <a:schemeClr val="accent6"/>
                </a:solidFill>
              </a:defRPr>
            </a:lvl2pPr>
            <a:lvl3pPr indent="-292100" lvl="2" marL="1371600">
              <a:lnSpc>
                <a:spcPct val="100000"/>
              </a:lnSpc>
              <a:spcBef>
                <a:spcPts val="800"/>
              </a:spcBef>
              <a:spcAft>
                <a:spcPts val="0"/>
              </a:spcAft>
              <a:buClr>
                <a:schemeClr val="accent6"/>
              </a:buClr>
              <a:buSzPts val="1000"/>
              <a:buChar char="■"/>
              <a:defRPr>
                <a:solidFill>
                  <a:schemeClr val="accent6"/>
                </a:solidFill>
              </a:defRPr>
            </a:lvl3pPr>
            <a:lvl4pPr indent="-292100" lvl="3" marL="1828800">
              <a:lnSpc>
                <a:spcPct val="100000"/>
              </a:lnSpc>
              <a:spcBef>
                <a:spcPts val="800"/>
              </a:spcBef>
              <a:spcAft>
                <a:spcPts val="0"/>
              </a:spcAft>
              <a:buClr>
                <a:schemeClr val="accent6"/>
              </a:buClr>
              <a:buSzPts val="1000"/>
              <a:buChar char="●"/>
              <a:defRPr>
                <a:solidFill>
                  <a:schemeClr val="accent6"/>
                </a:solidFill>
              </a:defRPr>
            </a:lvl4pPr>
            <a:lvl5pPr indent="-292100" lvl="4" marL="2286000">
              <a:lnSpc>
                <a:spcPct val="100000"/>
              </a:lnSpc>
              <a:spcBef>
                <a:spcPts val="800"/>
              </a:spcBef>
              <a:spcAft>
                <a:spcPts val="0"/>
              </a:spcAft>
              <a:buClr>
                <a:schemeClr val="accent6"/>
              </a:buClr>
              <a:buSzPts val="1000"/>
              <a:buChar char="○"/>
              <a:defRPr>
                <a:solidFill>
                  <a:schemeClr val="accent6"/>
                </a:solidFill>
              </a:defRPr>
            </a:lvl5pPr>
            <a:lvl6pPr indent="-292100" lvl="5" marL="2743200">
              <a:lnSpc>
                <a:spcPct val="100000"/>
              </a:lnSpc>
              <a:spcBef>
                <a:spcPts val="800"/>
              </a:spcBef>
              <a:spcAft>
                <a:spcPts val="0"/>
              </a:spcAft>
              <a:buClr>
                <a:schemeClr val="accent6"/>
              </a:buClr>
              <a:buSzPts val="1000"/>
              <a:buChar char="■"/>
              <a:defRPr>
                <a:solidFill>
                  <a:schemeClr val="accent6"/>
                </a:solidFill>
              </a:defRPr>
            </a:lvl6pPr>
            <a:lvl7pPr indent="-292100" lvl="6" marL="3200400">
              <a:lnSpc>
                <a:spcPct val="100000"/>
              </a:lnSpc>
              <a:spcBef>
                <a:spcPts val="800"/>
              </a:spcBef>
              <a:spcAft>
                <a:spcPts val="0"/>
              </a:spcAft>
              <a:buClr>
                <a:schemeClr val="accent6"/>
              </a:buClr>
              <a:buSzPts val="1000"/>
              <a:buChar char="●"/>
              <a:defRPr>
                <a:solidFill>
                  <a:schemeClr val="accent6"/>
                </a:solidFill>
              </a:defRPr>
            </a:lvl7pPr>
            <a:lvl8pPr indent="-292100" lvl="7" marL="3657600">
              <a:lnSpc>
                <a:spcPct val="100000"/>
              </a:lnSpc>
              <a:spcBef>
                <a:spcPts val="800"/>
              </a:spcBef>
              <a:spcAft>
                <a:spcPts val="0"/>
              </a:spcAft>
              <a:buClr>
                <a:schemeClr val="accent6"/>
              </a:buClr>
              <a:buSzPts val="1000"/>
              <a:buChar char="○"/>
              <a:defRPr>
                <a:solidFill>
                  <a:schemeClr val="accent6"/>
                </a:solidFill>
              </a:defRPr>
            </a:lvl8pPr>
            <a:lvl9pPr indent="-292100" lvl="8" marL="4114800">
              <a:lnSpc>
                <a:spcPct val="100000"/>
              </a:lnSpc>
              <a:spcBef>
                <a:spcPts val="800"/>
              </a:spcBef>
              <a:spcAft>
                <a:spcPts val="800"/>
              </a:spcAft>
              <a:buClr>
                <a:schemeClr val="accent6"/>
              </a:buClr>
              <a:buSzPts val="1000"/>
              <a:buChar char="■"/>
              <a:defRPr>
                <a:solidFill>
                  <a:schemeClr val="accent6"/>
                </a:solidFill>
              </a:defRPr>
            </a:lvl9pPr>
          </a:lstStyle>
          <a:p/>
        </p:txBody>
      </p:sp>
      <p:sp>
        <p:nvSpPr>
          <p:cNvPr id="115" name="Google Shape;115;p10"/>
          <p:cNvSpPr txBox="1"/>
          <p:nvPr>
            <p:ph idx="5" type="subTitle"/>
          </p:nvPr>
        </p:nvSpPr>
        <p:spPr>
          <a:xfrm>
            <a:off x="1400950" y="129137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116" name="Google Shape;116;p10"/>
          <p:cNvSpPr txBox="1"/>
          <p:nvPr>
            <p:ph idx="6" type="body"/>
          </p:nvPr>
        </p:nvSpPr>
        <p:spPr>
          <a:xfrm>
            <a:off x="1399300" y="2838025"/>
            <a:ext cx="3811200" cy="1023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17" name="Google Shape;117;p10"/>
          <p:cNvSpPr txBox="1"/>
          <p:nvPr>
            <p:ph idx="7" type="subTitle"/>
          </p:nvPr>
        </p:nvSpPr>
        <p:spPr>
          <a:xfrm>
            <a:off x="1399313" y="257642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18" name="Google Shape;118;p10"/>
          <p:cNvSpPr txBox="1"/>
          <p:nvPr>
            <p:ph idx="8" type="body"/>
          </p:nvPr>
        </p:nvSpPr>
        <p:spPr>
          <a:xfrm>
            <a:off x="1399325" y="4123075"/>
            <a:ext cx="3811200" cy="891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19" name="Google Shape;119;p10"/>
          <p:cNvSpPr txBox="1"/>
          <p:nvPr>
            <p:ph idx="9" type="subTitle"/>
          </p:nvPr>
        </p:nvSpPr>
        <p:spPr>
          <a:xfrm>
            <a:off x="1399338" y="386147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20" name="Google Shape;120;p10"/>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0"/>
          <p:cNvSpPr/>
          <p:nvPr>
            <p:ph idx="13" type="pic"/>
          </p:nvPr>
        </p:nvSpPr>
        <p:spPr>
          <a:xfrm>
            <a:off x="5215425" y="1291375"/>
            <a:ext cx="3807900" cy="385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1">
    <p:spTree>
      <p:nvGrpSpPr>
        <p:cNvPr id="122" name="Shape 122"/>
        <p:cNvGrpSpPr/>
        <p:nvPr/>
      </p:nvGrpSpPr>
      <p:grpSpPr>
        <a:xfrm>
          <a:off x="0" y="0"/>
          <a:ext cx="0" cy="0"/>
          <a:chOff x="0" y="0"/>
          <a:chExt cx="0" cy="0"/>
        </a:xfrm>
      </p:grpSpPr>
      <p:sp>
        <p:nvSpPr>
          <p:cNvPr id="123" name="Google Shape;123;p11"/>
          <p:cNvSpPr/>
          <p:nvPr>
            <p:ph idx="2" type="pic"/>
          </p:nvPr>
        </p:nvSpPr>
        <p:spPr>
          <a:xfrm>
            <a:off x="7751475" y="1291350"/>
            <a:ext cx="1266300" cy="1285200"/>
          </a:xfrm>
          <a:prstGeom prst="rect">
            <a:avLst/>
          </a:prstGeom>
          <a:noFill/>
          <a:ln>
            <a:noFill/>
          </a:ln>
        </p:spPr>
      </p:sp>
      <p:sp>
        <p:nvSpPr>
          <p:cNvPr id="124" name="Google Shape;124;p11"/>
          <p:cNvSpPr/>
          <p:nvPr>
            <p:ph idx="3" type="pic"/>
          </p:nvPr>
        </p:nvSpPr>
        <p:spPr>
          <a:xfrm>
            <a:off x="7751425" y="3864900"/>
            <a:ext cx="1266300" cy="1284900"/>
          </a:xfrm>
          <a:prstGeom prst="rect">
            <a:avLst/>
          </a:prstGeom>
          <a:noFill/>
          <a:ln>
            <a:noFill/>
          </a:ln>
        </p:spPr>
      </p:sp>
      <p:sp>
        <p:nvSpPr>
          <p:cNvPr id="125" name="Google Shape;125;p11"/>
          <p:cNvSpPr/>
          <p:nvPr>
            <p:ph idx="4" type="pic"/>
          </p:nvPr>
        </p:nvSpPr>
        <p:spPr>
          <a:xfrm>
            <a:off x="5218487" y="2584425"/>
            <a:ext cx="2525100" cy="1271400"/>
          </a:xfrm>
          <a:prstGeom prst="rect">
            <a:avLst/>
          </a:prstGeom>
          <a:noFill/>
          <a:ln>
            <a:noFill/>
          </a:ln>
        </p:spPr>
      </p:sp>
      <p:sp>
        <p:nvSpPr>
          <p:cNvPr id="126" name="Google Shape;126;p11"/>
          <p:cNvSpPr txBox="1"/>
          <p:nvPr>
            <p:ph idx="1" type="subTitle"/>
          </p:nvPr>
        </p:nvSpPr>
        <p:spPr>
          <a:xfrm>
            <a:off x="984950" y="3865575"/>
            <a:ext cx="416700" cy="393600"/>
          </a:xfrm>
          <a:prstGeom prst="rect">
            <a:avLst/>
          </a:prstGeom>
          <a:solidFill>
            <a:schemeClr val="dk2"/>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127" name="Google Shape;127;p11"/>
          <p:cNvSpPr txBox="1"/>
          <p:nvPr>
            <p:ph idx="5" type="subTitle"/>
          </p:nvPr>
        </p:nvSpPr>
        <p:spPr>
          <a:xfrm>
            <a:off x="984950" y="1291350"/>
            <a:ext cx="416700" cy="393600"/>
          </a:xfrm>
          <a:prstGeom prst="rect">
            <a:avLst/>
          </a:prstGeom>
          <a:solidFill>
            <a:schemeClr val="lt1"/>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11"/>
          <p:cNvSpPr txBox="1"/>
          <p:nvPr>
            <p:ph idx="6" type="subTitle"/>
          </p:nvPr>
        </p:nvSpPr>
        <p:spPr>
          <a:xfrm>
            <a:off x="984950" y="2584425"/>
            <a:ext cx="416700" cy="393600"/>
          </a:xfrm>
          <a:prstGeom prst="rect">
            <a:avLst/>
          </a:prstGeom>
          <a:solidFill>
            <a:schemeClr val="lt2"/>
          </a:solidFill>
        </p:spPr>
        <p:txBody>
          <a:bodyPr anchorCtr="0" anchor="t" bIns="91425" lIns="91425" spcFirstLastPara="1" rIns="91425" wrap="square" tIns="91425">
            <a:noAutofit/>
          </a:bodyPr>
          <a:lstStyle>
            <a:lvl1pPr lvl="0" algn="ctr">
              <a:lnSpc>
                <a:spcPct val="90000"/>
              </a:lnSpc>
              <a:spcBef>
                <a:spcPts val="0"/>
              </a:spcBef>
              <a:spcAft>
                <a:spcPts val="0"/>
              </a:spcAft>
              <a:buNone/>
              <a:defRPr sz="1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1"/>
          <p:cNvSpPr txBox="1"/>
          <p:nvPr>
            <p:ph type="title"/>
          </p:nvPr>
        </p:nvSpPr>
        <p:spPr>
          <a:xfrm>
            <a:off x="139700" y="228600"/>
            <a:ext cx="64803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lnSpc>
                <a:spcPct val="115000"/>
              </a:lnSpc>
              <a:spcBef>
                <a:spcPts val="0"/>
              </a:spcBef>
              <a:spcAft>
                <a:spcPts val="0"/>
              </a:spcAft>
              <a:buNone/>
              <a:defRPr sz="3000">
                <a:latin typeface="Poppins SemiBold"/>
                <a:ea typeface="Poppins SemiBold"/>
                <a:cs typeface="Poppins SemiBold"/>
                <a:sym typeface="Poppins SemiBold"/>
              </a:defRPr>
            </a:lvl2pPr>
            <a:lvl3pPr lvl="2">
              <a:lnSpc>
                <a:spcPct val="115000"/>
              </a:lnSpc>
              <a:spcBef>
                <a:spcPts val="0"/>
              </a:spcBef>
              <a:spcAft>
                <a:spcPts val="0"/>
              </a:spcAft>
              <a:buNone/>
              <a:defRPr sz="3000">
                <a:latin typeface="Poppins SemiBold"/>
                <a:ea typeface="Poppins SemiBold"/>
                <a:cs typeface="Poppins SemiBold"/>
                <a:sym typeface="Poppins SemiBold"/>
              </a:defRPr>
            </a:lvl3pPr>
            <a:lvl4pPr lvl="3">
              <a:lnSpc>
                <a:spcPct val="115000"/>
              </a:lnSpc>
              <a:spcBef>
                <a:spcPts val="0"/>
              </a:spcBef>
              <a:spcAft>
                <a:spcPts val="0"/>
              </a:spcAft>
              <a:buNone/>
              <a:defRPr sz="3000">
                <a:latin typeface="Poppins SemiBold"/>
                <a:ea typeface="Poppins SemiBold"/>
                <a:cs typeface="Poppins SemiBold"/>
                <a:sym typeface="Poppins SemiBold"/>
              </a:defRPr>
            </a:lvl4pPr>
            <a:lvl5pPr lvl="4">
              <a:lnSpc>
                <a:spcPct val="115000"/>
              </a:lnSpc>
              <a:spcBef>
                <a:spcPts val="0"/>
              </a:spcBef>
              <a:spcAft>
                <a:spcPts val="0"/>
              </a:spcAft>
              <a:buNone/>
              <a:defRPr sz="3000">
                <a:latin typeface="Poppins SemiBold"/>
                <a:ea typeface="Poppins SemiBold"/>
                <a:cs typeface="Poppins SemiBold"/>
                <a:sym typeface="Poppins SemiBold"/>
              </a:defRPr>
            </a:lvl5pPr>
            <a:lvl6pPr lvl="5">
              <a:lnSpc>
                <a:spcPct val="115000"/>
              </a:lnSpc>
              <a:spcBef>
                <a:spcPts val="0"/>
              </a:spcBef>
              <a:spcAft>
                <a:spcPts val="0"/>
              </a:spcAft>
              <a:buNone/>
              <a:defRPr sz="3000">
                <a:latin typeface="Poppins SemiBold"/>
                <a:ea typeface="Poppins SemiBold"/>
                <a:cs typeface="Poppins SemiBold"/>
                <a:sym typeface="Poppins SemiBold"/>
              </a:defRPr>
            </a:lvl6pPr>
            <a:lvl7pPr lvl="6">
              <a:lnSpc>
                <a:spcPct val="115000"/>
              </a:lnSpc>
              <a:spcBef>
                <a:spcPts val="0"/>
              </a:spcBef>
              <a:spcAft>
                <a:spcPts val="0"/>
              </a:spcAft>
              <a:buNone/>
              <a:defRPr sz="3000">
                <a:latin typeface="Poppins SemiBold"/>
                <a:ea typeface="Poppins SemiBold"/>
                <a:cs typeface="Poppins SemiBold"/>
                <a:sym typeface="Poppins SemiBold"/>
              </a:defRPr>
            </a:lvl7pPr>
            <a:lvl8pPr lvl="7">
              <a:lnSpc>
                <a:spcPct val="115000"/>
              </a:lnSpc>
              <a:spcBef>
                <a:spcPts val="0"/>
              </a:spcBef>
              <a:spcAft>
                <a:spcPts val="0"/>
              </a:spcAft>
              <a:buNone/>
              <a:defRPr sz="3000">
                <a:latin typeface="Poppins SemiBold"/>
                <a:ea typeface="Poppins SemiBold"/>
                <a:cs typeface="Poppins SemiBold"/>
                <a:sym typeface="Poppins SemiBold"/>
              </a:defRPr>
            </a:lvl8pPr>
            <a:lvl9pPr lvl="8">
              <a:lnSpc>
                <a:spcPct val="115000"/>
              </a:lnSpc>
              <a:spcBef>
                <a:spcPts val="0"/>
              </a:spcBef>
              <a:spcAft>
                <a:spcPts val="0"/>
              </a:spcAft>
              <a:buNone/>
              <a:defRPr sz="3000">
                <a:latin typeface="Poppins SemiBold"/>
                <a:ea typeface="Poppins SemiBold"/>
                <a:cs typeface="Poppins SemiBold"/>
                <a:sym typeface="Poppins SemiBold"/>
              </a:defRPr>
            </a:lvl9pPr>
          </a:lstStyle>
          <a:p/>
        </p:txBody>
      </p:sp>
      <p:cxnSp>
        <p:nvCxnSpPr>
          <p:cNvPr id="130" name="Google Shape;130;p11"/>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11"/>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sp>
        <p:nvSpPr>
          <p:cNvPr id="132" name="Google Shape;132;p11"/>
          <p:cNvSpPr txBox="1"/>
          <p:nvPr>
            <p:ph idx="7" type="body"/>
          </p:nvPr>
        </p:nvSpPr>
        <p:spPr>
          <a:xfrm>
            <a:off x="1399300" y="1548450"/>
            <a:ext cx="3811200" cy="9519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800"/>
              </a:spcBef>
              <a:spcAft>
                <a:spcPts val="0"/>
              </a:spcAft>
              <a:buClr>
                <a:schemeClr val="accent6"/>
              </a:buClr>
              <a:buSzPts val="1000"/>
              <a:buChar char="○"/>
              <a:defRPr>
                <a:solidFill>
                  <a:schemeClr val="accent6"/>
                </a:solidFill>
              </a:defRPr>
            </a:lvl2pPr>
            <a:lvl3pPr indent="-292100" lvl="2" marL="1371600">
              <a:lnSpc>
                <a:spcPct val="100000"/>
              </a:lnSpc>
              <a:spcBef>
                <a:spcPts val="800"/>
              </a:spcBef>
              <a:spcAft>
                <a:spcPts val="0"/>
              </a:spcAft>
              <a:buClr>
                <a:schemeClr val="accent6"/>
              </a:buClr>
              <a:buSzPts val="1000"/>
              <a:buChar char="■"/>
              <a:defRPr>
                <a:solidFill>
                  <a:schemeClr val="accent6"/>
                </a:solidFill>
              </a:defRPr>
            </a:lvl3pPr>
            <a:lvl4pPr indent="-292100" lvl="3" marL="1828800">
              <a:lnSpc>
                <a:spcPct val="100000"/>
              </a:lnSpc>
              <a:spcBef>
                <a:spcPts val="800"/>
              </a:spcBef>
              <a:spcAft>
                <a:spcPts val="0"/>
              </a:spcAft>
              <a:buClr>
                <a:schemeClr val="accent6"/>
              </a:buClr>
              <a:buSzPts val="1000"/>
              <a:buChar char="●"/>
              <a:defRPr>
                <a:solidFill>
                  <a:schemeClr val="accent6"/>
                </a:solidFill>
              </a:defRPr>
            </a:lvl4pPr>
            <a:lvl5pPr indent="-292100" lvl="4" marL="2286000">
              <a:lnSpc>
                <a:spcPct val="100000"/>
              </a:lnSpc>
              <a:spcBef>
                <a:spcPts val="800"/>
              </a:spcBef>
              <a:spcAft>
                <a:spcPts val="0"/>
              </a:spcAft>
              <a:buClr>
                <a:schemeClr val="accent6"/>
              </a:buClr>
              <a:buSzPts val="1000"/>
              <a:buChar char="○"/>
              <a:defRPr>
                <a:solidFill>
                  <a:schemeClr val="accent6"/>
                </a:solidFill>
              </a:defRPr>
            </a:lvl5pPr>
            <a:lvl6pPr indent="-292100" lvl="5" marL="2743200">
              <a:lnSpc>
                <a:spcPct val="100000"/>
              </a:lnSpc>
              <a:spcBef>
                <a:spcPts val="800"/>
              </a:spcBef>
              <a:spcAft>
                <a:spcPts val="0"/>
              </a:spcAft>
              <a:buClr>
                <a:schemeClr val="accent6"/>
              </a:buClr>
              <a:buSzPts val="1000"/>
              <a:buChar char="■"/>
              <a:defRPr>
                <a:solidFill>
                  <a:schemeClr val="accent6"/>
                </a:solidFill>
              </a:defRPr>
            </a:lvl6pPr>
            <a:lvl7pPr indent="-292100" lvl="6" marL="3200400">
              <a:lnSpc>
                <a:spcPct val="100000"/>
              </a:lnSpc>
              <a:spcBef>
                <a:spcPts val="800"/>
              </a:spcBef>
              <a:spcAft>
                <a:spcPts val="0"/>
              </a:spcAft>
              <a:buClr>
                <a:schemeClr val="accent6"/>
              </a:buClr>
              <a:buSzPts val="1000"/>
              <a:buChar char="●"/>
              <a:defRPr>
                <a:solidFill>
                  <a:schemeClr val="accent6"/>
                </a:solidFill>
              </a:defRPr>
            </a:lvl7pPr>
            <a:lvl8pPr indent="-292100" lvl="7" marL="3657600">
              <a:lnSpc>
                <a:spcPct val="100000"/>
              </a:lnSpc>
              <a:spcBef>
                <a:spcPts val="800"/>
              </a:spcBef>
              <a:spcAft>
                <a:spcPts val="0"/>
              </a:spcAft>
              <a:buClr>
                <a:schemeClr val="accent6"/>
              </a:buClr>
              <a:buSzPts val="1000"/>
              <a:buChar char="○"/>
              <a:defRPr>
                <a:solidFill>
                  <a:schemeClr val="accent6"/>
                </a:solidFill>
              </a:defRPr>
            </a:lvl8pPr>
            <a:lvl9pPr indent="-292100" lvl="8" marL="4114800">
              <a:lnSpc>
                <a:spcPct val="100000"/>
              </a:lnSpc>
              <a:spcBef>
                <a:spcPts val="800"/>
              </a:spcBef>
              <a:spcAft>
                <a:spcPts val="800"/>
              </a:spcAft>
              <a:buClr>
                <a:schemeClr val="accent6"/>
              </a:buClr>
              <a:buSzPts val="1000"/>
              <a:buChar char="■"/>
              <a:defRPr>
                <a:solidFill>
                  <a:schemeClr val="accent6"/>
                </a:solidFill>
              </a:defRPr>
            </a:lvl9pPr>
          </a:lstStyle>
          <a:p/>
        </p:txBody>
      </p:sp>
      <p:sp>
        <p:nvSpPr>
          <p:cNvPr id="133" name="Google Shape;133;p11"/>
          <p:cNvSpPr txBox="1"/>
          <p:nvPr>
            <p:ph idx="8" type="subTitle"/>
          </p:nvPr>
        </p:nvSpPr>
        <p:spPr>
          <a:xfrm>
            <a:off x="1400950" y="129137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400"/>
              <a:buFont typeface="Poppins Medium"/>
              <a:buNone/>
              <a:defRPr>
                <a:solidFill>
                  <a:schemeClr val="lt1"/>
                </a:solidFill>
                <a:latin typeface="Poppins Medium"/>
                <a:ea typeface="Poppins Medium"/>
                <a:cs typeface="Poppins Medium"/>
                <a:sym typeface="Poppins Medium"/>
              </a:defRPr>
            </a:lvl9pPr>
          </a:lstStyle>
          <a:p/>
        </p:txBody>
      </p:sp>
      <p:sp>
        <p:nvSpPr>
          <p:cNvPr id="134" name="Google Shape;134;p11"/>
          <p:cNvSpPr txBox="1"/>
          <p:nvPr>
            <p:ph idx="9" type="body"/>
          </p:nvPr>
        </p:nvSpPr>
        <p:spPr>
          <a:xfrm>
            <a:off x="1399300" y="2838025"/>
            <a:ext cx="3811200" cy="1023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35" name="Google Shape;135;p11"/>
          <p:cNvSpPr txBox="1"/>
          <p:nvPr>
            <p:ph idx="13" type="subTitle"/>
          </p:nvPr>
        </p:nvSpPr>
        <p:spPr>
          <a:xfrm>
            <a:off x="1399313" y="257642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36" name="Google Shape;136;p11"/>
          <p:cNvSpPr txBox="1"/>
          <p:nvPr>
            <p:ph idx="14" type="body"/>
          </p:nvPr>
        </p:nvSpPr>
        <p:spPr>
          <a:xfrm>
            <a:off x="1399325" y="4123075"/>
            <a:ext cx="3811200" cy="891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37" name="Google Shape;137;p11"/>
          <p:cNvSpPr txBox="1"/>
          <p:nvPr>
            <p:ph idx="15" type="subTitle"/>
          </p:nvPr>
        </p:nvSpPr>
        <p:spPr>
          <a:xfrm>
            <a:off x="1399338" y="3861475"/>
            <a:ext cx="3811200" cy="337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400"/>
              <a:buFont typeface="Poppins"/>
              <a:buNone/>
              <a:defRPr/>
            </a:lvl1pPr>
            <a:lvl2pPr lvl="1">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2pPr>
            <a:lvl3pPr lvl="2">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3pPr>
            <a:lvl4pPr lvl="3">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4pPr>
            <a:lvl5pPr lvl="4">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5pPr>
            <a:lvl6pPr lvl="5">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6pPr>
            <a:lvl7pPr lvl="6">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7pPr>
            <a:lvl8pPr lvl="7">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8pPr>
            <a:lvl9pPr lvl="8">
              <a:lnSpc>
                <a:spcPct val="90000"/>
              </a:lnSpc>
              <a:spcBef>
                <a:spcPts val="0"/>
              </a:spcBef>
              <a:spcAft>
                <a:spcPts val="0"/>
              </a:spcAft>
              <a:buClr>
                <a:schemeClr val="lt1"/>
              </a:buClr>
              <a:buSzPts val="1800"/>
              <a:buFont typeface="Poppins Medium"/>
              <a:buNone/>
              <a:defRPr sz="1800">
                <a:solidFill>
                  <a:schemeClr val="lt1"/>
                </a:solidFill>
                <a:latin typeface="Poppins Medium"/>
                <a:ea typeface="Poppins Medium"/>
                <a:cs typeface="Poppins Medium"/>
                <a:sym typeface="Poppins Medium"/>
              </a:defRPr>
            </a:lvl9pPr>
          </a:lstStyle>
          <a:p/>
        </p:txBody>
      </p:sp>
      <p:sp>
        <p:nvSpPr>
          <p:cNvPr id="138" name="Google Shape;138;p11"/>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14_1">
    <p:spTree>
      <p:nvGrpSpPr>
        <p:cNvPr id="139" name="Shape 139"/>
        <p:cNvGrpSpPr/>
        <p:nvPr/>
      </p:nvGrpSpPr>
      <p:grpSpPr>
        <a:xfrm>
          <a:off x="0" y="0"/>
          <a:ext cx="0" cy="0"/>
          <a:chOff x="0" y="0"/>
          <a:chExt cx="0" cy="0"/>
        </a:xfrm>
      </p:grpSpPr>
      <p:pic>
        <p:nvPicPr>
          <p:cNvPr id="140" name="Google Shape;140;p12"/>
          <p:cNvPicPr preferRelativeResize="0"/>
          <p:nvPr/>
        </p:nvPicPr>
        <p:blipFill>
          <a:blip r:embed="rId2">
            <a:alphaModFix/>
          </a:blip>
          <a:stretch>
            <a:fillRect/>
          </a:stretch>
        </p:blipFill>
        <p:spPr>
          <a:xfrm>
            <a:off x="7727700" y="0"/>
            <a:ext cx="1290725" cy="1290725"/>
          </a:xfrm>
          <a:prstGeom prst="rect">
            <a:avLst/>
          </a:prstGeom>
          <a:noFill/>
          <a:ln>
            <a:noFill/>
          </a:ln>
        </p:spPr>
      </p:pic>
      <p:sp>
        <p:nvSpPr>
          <p:cNvPr id="141" name="Google Shape;141;p12"/>
          <p:cNvSpPr txBox="1"/>
          <p:nvPr>
            <p:ph idx="1" type="body"/>
          </p:nvPr>
        </p:nvSpPr>
        <p:spPr>
          <a:xfrm>
            <a:off x="1399300" y="1602100"/>
            <a:ext cx="2540700" cy="977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42" name="Google Shape;142;p12"/>
          <p:cNvSpPr txBox="1"/>
          <p:nvPr>
            <p:ph idx="2" type="body"/>
          </p:nvPr>
        </p:nvSpPr>
        <p:spPr>
          <a:xfrm>
            <a:off x="1399300" y="272882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3" name="Google Shape;143;p12"/>
          <p:cNvSpPr txBox="1"/>
          <p:nvPr>
            <p:ph idx="3" type="body"/>
          </p:nvPr>
        </p:nvSpPr>
        <p:spPr>
          <a:xfrm>
            <a:off x="1399300" y="401387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4" name="Google Shape;144;p12"/>
          <p:cNvSpPr txBox="1"/>
          <p:nvPr>
            <p:ph idx="4" type="body"/>
          </p:nvPr>
        </p:nvSpPr>
        <p:spPr>
          <a:xfrm>
            <a:off x="3941750" y="1602100"/>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5" name="Google Shape;145;p12"/>
          <p:cNvSpPr txBox="1"/>
          <p:nvPr>
            <p:ph idx="5" type="body"/>
          </p:nvPr>
        </p:nvSpPr>
        <p:spPr>
          <a:xfrm>
            <a:off x="3941750" y="272882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6" name="Google Shape;146;p12"/>
          <p:cNvSpPr txBox="1"/>
          <p:nvPr>
            <p:ph idx="6" type="body"/>
          </p:nvPr>
        </p:nvSpPr>
        <p:spPr>
          <a:xfrm>
            <a:off x="3941750" y="401387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7" name="Google Shape;147;p12"/>
          <p:cNvSpPr txBox="1"/>
          <p:nvPr>
            <p:ph idx="7" type="body"/>
          </p:nvPr>
        </p:nvSpPr>
        <p:spPr>
          <a:xfrm>
            <a:off x="6484200" y="1602100"/>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8" name="Google Shape;148;p12"/>
          <p:cNvSpPr txBox="1"/>
          <p:nvPr>
            <p:ph idx="8" type="body"/>
          </p:nvPr>
        </p:nvSpPr>
        <p:spPr>
          <a:xfrm>
            <a:off x="6484200" y="272882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49" name="Google Shape;149;p12"/>
          <p:cNvSpPr txBox="1"/>
          <p:nvPr>
            <p:ph idx="9" type="body"/>
          </p:nvPr>
        </p:nvSpPr>
        <p:spPr>
          <a:xfrm>
            <a:off x="6484200" y="4013875"/>
            <a:ext cx="2540700" cy="977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50" name="Google Shape;150;p12"/>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12"/>
          <p:cNvSpPr txBox="1"/>
          <p:nvPr>
            <p:ph type="title"/>
          </p:nvPr>
        </p:nvSpPr>
        <p:spPr>
          <a:xfrm>
            <a:off x="139700" y="228600"/>
            <a:ext cx="63414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cxnSp>
        <p:nvCxnSpPr>
          <p:cNvPr id="152" name="Google Shape;152;p12"/>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153" name="Google Shape;153;p12"/>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sp>
        <p:nvSpPr>
          <p:cNvPr id="154" name="Google Shape;154;p12"/>
          <p:cNvSpPr txBox="1"/>
          <p:nvPr>
            <p:ph idx="13" type="subTitle"/>
          </p:nvPr>
        </p:nvSpPr>
        <p:spPr>
          <a:xfrm>
            <a:off x="139700" y="1443775"/>
            <a:ext cx="1259700" cy="3378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accent6"/>
                </a:solidFill>
                <a:latin typeface="Instrument Sans"/>
                <a:ea typeface="Instrument Sans"/>
                <a:cs typeface="Instrument Sans"/>
                <a:sym typeface="Instrument Sans"/>
              </a:defRPr>
            </a:lvl1pPr>
            <a:lvl2pPr lvl="1">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155" name="Google Shape;155;p12"/>
          <p:cNvSpPr txBox="1"/>
          <p:nvPr>
            <p:ph idx="14" type="subTitle"/>
          </p:nvPr>
        </p:nvSpPr>
        <p:spPr>
          <a:xfrm>
            <a:off x="139700" y="2729275"/>
            <a:ext cx="1259700" cy="3378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accent6"/>
                </a:solidFill>
                <a:latin typeface="Instrument Sans"/>
                <a:ea typeface="Instrument Sans"/>
                <a:cs typeface="Instrument Sans"/>
                <a:sym typeface="Instrument Sans"/>
              </a:defRPr>
            </a:lvl1pPr>
            <a:lvl2pPr lvl="1">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
        <p:nvSpPr>
          <p:cNvPr id="156" name="Google Shape;156;p12"/>
          <p:cNvSpPr txBox="1"/>
          <p:nvPr>
            <p:ph idx="15" type="subTitle"/>
          </p:nvPr>
        </p:nvSpPr>
        <p:spPr>
          <a:xfrm>
            <a:off x="139700" y="4014775"/>
            <a:ext cx="1259700" cy="3378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accent6"/>
                </a:solidFill>
                <a:latin typeface="Instrument Sans"/>
                <a:ea typeface="Instrument Sans"/>
                <a:cs typeface="Instrument Sans"/>
                <a:sym typeface="Instrument Sans"/>
              </a:defRPr>
            </a:lvl1pPr>
            <a:lvl2pPr lvl="1">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2pPr>
            <a:lvl3pPr lvl="2">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3pPr>
            <a:lvl4pPr lvl="3">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4pPr>
            <a:lvl5pPr lvl="4">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5pPr>
            <a:lvl6pPr lvl="5">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6pPr>
            <a:lvl7pPr lvl="6">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7pPr>
            <a:lvl8pPr lvl="7">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8pPr>
            <a:lvl9pPr lvl="8">
              <a:lnSpc>
                <a:spcPct val="90000"/>
              </a:lnSpc>
              <a:spcBef>
                <a:spcPts val="0"/>
              </a:spcBef>
              <a:spcAft>
                <a:spcPts val="0"/>
              </a:spcAft>
              <a:buClr>
                <a:schemeClr val="accent6"/>
              </a:buClr>
              <a:buSzPts val="1400"/>
              <a:buFont typeface="Poppins Medium"/>
              <a:buNone/>
              <a:defRPr>
                <a:solidFill>
                  <a:schemeClr val="accent6"/>
                </a:solidFill>
                <a:latin typeface="Poppins Medium"/>
                <a:ea typeface="Poppins Medium"/>
                <a:cs typeface="Poppins Medium"/>
                <a:sym typeface="Poppins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p:cSld name="BLANK_1_1_1_1_1_1_1_1_1_1_1_1_1_1_1_1_1_1">
    <p:spTree>
      <p:nvGrpSpPr>
        <p:cNvPr id="157" name="Shape 157"/>
        <p:cNvGrpSpPr/>
        <p:nvPr/>
      </p:nvGrpSpPr>
      <p:grpSpPr>
        <a:xfrm>
          <a:off x="0" y="0"/>
          <a:ext cx="0" cy="0"/>
          <a:chOff x="0" y="0"/>
          <a:chExt cx="0" cy="0"/>
        </a:xfrm>
      </p:grpSpPr>
      <p:sp>
        <p:nvSpPr>
          <p:cNvPr id="158" name="Google Shape;158;p13"/>
          <p:cNvSpPr txBox="1"/>
          <p:nvPr>
            <p:ph idx="1" type="body"/>
          </p:nvPr>
        </p:nvSpPr>
        <p:spPr>
          <a:xfrm>
            <a:off x="2683650" y="1608600"/>
            <a:ext cx="2514600" cy="891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159" name="Google Shape;159;p13"/>
          <p:cNvSpPr txBox="1"/>
          <p:nvPr>
            <p:ph idx="2" type="subTitle"/>
          </p:nvPr>
        </p:nvSpPr>
        <p:spPr>
          <a:xfrm>
            <a:off x="2666700" y="1285200"/>
            <a:ext cx="2545500" cy="323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160" name="Google Shape;160;p13"/>
          <p:cNvSpPr txBox="1"/>
          <p:nvPr>
            <p:ph idx="3" type="body"/>
          </p:nvPr>
        </p:nvSpPr>
        <p:spPr>
          <a:xfrm>
            <a:off x="6483525" y="2875975"/>
            <a:ext cx="2514600" cy="978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61" name="Google Shape;161;p13"/>
          <p:cNvSpPr txBox="1"/>
          <p:nvPr>
            <p:ph type="title"/>
          </p:nvPr>
        </p:nvSpPr>
        <p:spPr>
          <a:xfrm>
            <a:off x="128875" y="234450"/>
            <a:ext cx="6354600" cy="10569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atin typeface="Poppins SemiBold"/>
                <a:ea typeface="Poppins SemiBold"/>
                <a:cs typeface="Poppins SemiBold"/>
                <a:sym typeface="Poppins SemiBold"/>
              </a:defRPr>
            </a:lvl2pPr>
            <a:lvl3pPr lvl="2">
              <a:lnSpc>
                <a:spcPct val="115000"/>
              </a:lnSpc>
              <a:spcBef>
                <a:spcPts val="0"/>
              </a:spcBef>
              <a:spcAft>
                <a:spcPts val="0"/>
              </a:spcAft>
              <a:buNone/>
              <a:defRPr sz="3000">
                <a:latin typeface="Poppins SemiBold"/>
                <a:ea typeface="Poppins SemiBold"/>
                <a:cs typeface="Poppins SemiBold"/>
                <a:sym typeface="Poppins SemiBold"/>
              </a:defRPr>
            </a:lvl3pPr>
            <a:lvl4pPr lvl="3">
              <a:lnSpc>
                <a:spcPct val="115000"/>
              </a:lnSpc>
              <a:spcBef>
                <a:spcPts val="0"/>
              </a:spcBef>
              <a:spcAft>
                <a:spcPts val="0"/>
              </a:spcAft>
              <a:buNone/>
              <a:defRPr sz="3000">
                <a:latin typeface="Poppins SemiBold"/>
                <a:ea typeface="Poppins SemiBold"/>
                <a:cs typeface="Poppins SemiBold"/>
                <a:sym typeface="Poppins SemiBold"/>
              </a:defRPr>
            </a:lvl4pPr>
            <a:lvl5pPr lvl="4">
              <a:lnSpc>
                <a:spcPct val="115000"/>
              </a:lnSpc>
              <a:spcBef>
                <a:spcPts val="0"/>
              </a:spcBef>
              <a:spcAft>
                <a:spcPts val="0"/>
              </a:spcAft>
              <a:buNone/>
              <a:defRPr sz="3000">
                <a:latin typeface="Poppins SemiBold"/>
                <a:ea typeface="Poppins SemiBold"/>
                <a:cs typeface="Poppins SemiBold"/>
                <a:sym typeface="Poppins SemiBold"/>
              </a:defRPr>
            </a:lvl5pPr>
            <a:lvl6pPr lvl="5">
              <a:lnSpc>
                <a:spcPct val="115000"/>
              </a:lnSpc>
              <a:spcBef>
                <a:spcPts val="0"/>
              </a:spcBef>
              <a:spcAft>
                <a:spcPts val="0"/>
              </a:spcAft>
              <a:buNone/>
              <a:defRPr sz="3000">
                <a:latin typeface="Poppins SemiBold"/>
                <a:ea typeface="Poppins SemiBold"/>
                <a:cs typeface="Poppins SemiBold"/>
                <a:sym typeface="Poppins SemiBold"/>
              </a:defRPr>
            </a:lvl6pPr>
            <a:lvl7pPr lvl="6">
              <a:lnSpc>
                <a:spcPct val="115000"/>
              </a:lnSpc>
              <a:spcBef>
                <a:spcPts val="0"/>
              </a:spcBef>
              <a:spcAft>
                <a:spcPts val="0"/>
              </a:spcAft>
              <a:buNone/>
              <a:defRPr sz="3000">
                <a:latin typeface="Poppins SemiBold"/>
                <a:ea typeface="Poppins SemiBold"/>
                <a:cs typeface="Poppins SemiBold"/>
                <a:sym typeface="Poppins SemiBold"/>
              </a:defRPr>
            </a:lvl7pPr>
            <a:lvl8pPr lvl="7">
              <a:lnSpc>
                <a:spcPct val="115000"/>
              </a:lnSpc>
              <a:spcBef>
                <a:spcPts val="0"/>
              </a:spcBef>
              <a:spcAft>
                <a:spcPts val="0"/>
              </a:spcAft>
              <a:buNone/>
              <a:defRPr sz="3000">
                <a:latin typeface="Poppins SemiBold"/>
                <a:ea typeface="Poppins SemiBold"/>
                <a:cs typeface="Poppins SemiBold"/>
                <a:sym typeface="Poppins SemiBold"/>
              </a:defRPr>
            </a:lvl8pPr>
            <a:lvl9pPr lvl="8">
              <a:lnSpc>
                <a:spcPct val="115000"/>
              </a:lnSpc>
              <a:spcBef>
                <a:spcPts val="0"/>
              </a:spcBef>
              <a:spcAft>
                <a:spcPts val="0"/>
              </a:spcAft>
              <a:buNone/>
              <a:defRPr sz="3000">
                <a:latin typeface="Poppins SemiBold"/>
                <a:ea typeface="Poppins SemiBold"/>
                <a:cs typeface="Poppins SemiBold"/>
                <a:sym typeface="Poppins SemiBold"/>
              </a:defRPr>
            </a:lvl9pPr>
          </a:lstStyle>
          <a:p/>
        </p:txBody>
      </p:sp>
      <p:sp>
        <p:nvSpPr>
          <p:cNvPr id="162" name="Google Shape;162;p13"/>
          <p:cNvSpPr txBox="1"/>
          <p:nvPr>
            <p:ph idx="4" type="body"/>
          </p:nvPr>
        </p:nvSpPr>
        <p:spPr>
          <a:xfrm>
            <a:off x="2671425" y="4165300"/>
            <a:ext cx="2545500" cy="891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163" name="Google Shape;163;p13"/>
          <p:cNvSpPr txBox="1"/>
          <p:nvPr>
            <p:ph idx="5" type="subTitle"/>
          </p:nvPr>
        </p:nvSpPr>
        <p:spPr>
          <a:xfrm>
            <a:off x="2665813" y="3858100"/>
            <a:ext cx="2545500" cy="29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SzPts val="1400"/>
              <a:buFont typeface="Instrument Sans"/>
              <a:buNone/>
              <a:defRPr>
                <a:latin typeface="Instrument Sans"/>
                <a:ea typeface="Instrument Sans"/>
                <a:cs typeface="Instrument Sans"/>
                <a:sym typeface="Instrument Sans"/>
              </a:defRPr>
            </a:lvl2pPr>
            <a:lvl3pPr lvl="2">
              <a:spcBef>
                <a:spcPts val="0"/>
              </a:spcBef>
              <a:spcAft>
                <a:spcPts val="0"/>
              </a:spcAft>
              <a:buSzPts val="1400"/>
              <a:buFont typeface="Instrument Sans"/>
              <a:buNone/>
              <a:defRPr>
                <a:latin typeface="Instrument Sans"/>
                <a:ea typeface="Instrument Sans"/>
                <a:cs typeface="Instrument Sans"/>
                <a:sym typeface="Instrument Sans"/>
              </a:defRPr>
            </a:lvl3pPr>
            <a:lvl4pPr lvl="3">
              <a:spcBef>
                <a:spcPts val="0"/>
              </a:spcBef>
              <a:spcAft>
                <a:spcPts val="0"/>
              </a:spcAft>
              <a:buSzPts val="1400"/>
              <a:buFont typeface="Instrument Sans"/>
              <a:buNone/>
              <a:defRPr>
                <a:latin typeface="Instrument Sans"/>
                <a:ea typeface="Instrument Sans"/>
                <a:cs typeface="Instrument Sans"/>
                <a:sym typeface="Instrument Sans"/>
              </a:defRPr>
            </a:lvl4pPr>
            <a:lvl5pPr lvl="4">
              <a:spcBef>
                <a:spcPts val="0"/>
              </a:spcBef>
              <a:spcAft>
                <a:spcPts val="0"/>
              </a:spcAft>
              <a:buSzPts val="1400"/>
              <a:buFont typeface="Instrument Sans"/>
              <a:buNone/>
              <a:defRPr>
                <a:latin typeface="Instrument Sans"/>
                <a:ea typeface="Instrument Sans"/>
                <a:cs typeface="Instrument Sans"/>
                <a:sym typeface="Instrument Sans"/>
              </a:defRPr>
            </a:lvl5pPr>
            <a:lvl6pPr lvl="5">
              <a:spcBef>
                <a:spcPts val="0"/>
              </a:spcBef>
              <a:spcAft>
                <a:spcPts val="0"/>
              </a:spcAft>
              <a:buSzPts val="1400"/>
              <a:buFont typeface="Instrument Sans"/>
              <a:buNone/>
              <a:defRPr>
                <a:latin typeface="Instrument Sans"/>
                <a:ea typeface="Instrument Sans"/>
                <a:cs typeface="Instrument Sans"/>
                <a:sym typeface="Instrument Sans"/>
              </a:defRPr>
            </a:lvl6pPr>
            <a:lvl7pPr lvl="6">
              <a:spcBef>
                <a:spcPts val="0"/>
              </a:spcBef>
              <a:spcAft>
                <a:spcPts val="0"/>
              </a:spcAft>
              <a:buSzPts val="1400"/>
              <a:buFont typeface="Instrument Sans"/>
              <a:buNone/>
              <a:defRPr>
                <a:latin typeface="Instrument Sans"/>
                <a:ea typeface="Instrument Sans"/>
                <a:cs typeface="Instrument Sans"/>
                <a:sym typeface="Instrument Sans"/>
              </a:defRPr>
            </a:lvl7pPr>
            <a:lvl8pPr lvl="7">
              <a:spcBef>
                <a:spcPts val="0"/>
              </a:spcBef>
              <a:spcAft>
                <a:spcPts val="0"/>
              </a:spcAft>
              <a:buSzPts val="1400"/>
              <a:buFont typeface="Instrument Sans"/>
              <a:buNone/>
              <a:defRPr>
                <a:latin typeface="Instrument Sans"/>
                <a:ea typeface="Instrument Sans"/>
                <a:cs typeface="Instrument Sans"/>
                <a:sym typeface="Instrument Sans"/>
              </a:defRPr>
            </a:lvl8pPr>
            <a:lvl9pPr lvl="8">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164" name="Google Shape;164;p13"/>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65" name="Google Shape;165;p13"/>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166" name="Google Shape;166;p13"/>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sp>
        <p:nvSpPr>
          <p:cNvPr id="167" name="Google Shape;167;p13"/>
          <p:cNvSpPr txBox="1"/>
          <p:nvPr>
            <p:ph idx="6" type="subTitle"/>
          </p:nvPr>
        </p:nvSpPr>
        <p:spPr>
          <a:xfrm>
            <a:off x="6479375" y="2579575"/>
            <a:ext cx="2545500" cy="29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SzPts val="1400"/>
              <a:buFont typeface="Instrument Sans"/>
              <a:buNone/>
              <a:defRPr>
                <a:latin typeface="Instrument Sans"/>
                <a:ea typeface="Instrument Sans"/>
                <a:cs typeface="Instrument Sans"/>
                <a:sym typeface="Instrument Sans"/>
              </a:defRPr>
            </a:lvl2pPr>
            <a:lvl3pPr lvl="2">
              <a:spcBef>
                <a:spcPts val="0"/>
              </a:spcBef>
              <a:spcAft>
                <a:spcPts val="0"/>
              </a:spcAft>
              <a:buSzPts val="1400"/>
              <a:buFont typeface="Instrument Sans"/>
              <a:buNone/>
              <a:defRPr>
                <a:latin typeface="Instrument Sans"/>
                <a:ea typeface="Instrument Sans"/>
                <a:cs typeface="Instrument Sans"/>
                <a:sym typeface="Instrument Sans"/>
              </a:defRPr>
            </a:lvl3pPr>
            <a:lvl4pPr lvl="3">
              <a:spcBef>
                <a:spcPts val="0"/>
              </a:spcBef>
              <a:spcAft>
                <a:spcPts val="0"/>
              </a:spcAft>
              <a:buSzPts val="1400"/>
              <a:buFont typeface="Instrument Sans"/>
              <a:buNone/>
              <a:defRPr>
                <a:latin typeface="Instrument Sans"/>
                <a:ea typeface="Instrument Sans"/>
                <a:cs typeface="Instrument Sans"/>
                <a:sym typeface="Instrument Sans"/>
              </a:defRPr>
            </a:lvl4pPr>
            <a:lvl5pPr lvl="4">
              <a:spcBef>
                <a:spcPts val="0"/>
              </a:spcBef>
              <a:spcAft>
                <a:spcPts val="0"/>
              </a:spcAft>
              <a:buSzPts val="1400"/>
              <a:buFont typeface="Instrument Sans"/>
              <a:buNone/>
              <a:defRPr>
                <a:latin typeface="Instrument Sans"/>
                <a:ea typeface="Instrument Sans"/>
                <a:cs typeface="Instrument Sans"/>
                <a:sym typeface="Instrument Sans"/>
              </a:defRPr>
            </a:lvl5pPr>
            <a:lvl6pPr lvl="5">
              <a:spcBef>
                <a:spcPts val="0"/>
              </a:spcBef>
              <a:spcAft>
                <a:spcPts val="0"/>
              </a:spcAft>
              <a:buSzPts val="1400"/>
              <a:buFont typeface="Instrument Sans"/>
              <a:buNone/>
              <a:defRPr>
                <a:latin typeface="Instrument Sans"/>
                <a:ea typeface="Instrument Sans"/>
                <a:cs typeface="Instrument Sans"/>
                <a:sym typeface="Instrument Sans"/>
              </a:defRPr>
            </a:lvl6pPr>
            <a:lvl7pPr lvl="6">
              <a:spcBef>
                <a:spcPts val="0"/>
              </a:spcBef>
              <a:spcAft>
                <a:spcPts val="0"/>
              </a:spcAft>
              <a:buSzPts val="1400"/>
              <a:buFont typeface="Instrument Sans"/>
              <a:buNone/>
              <a:defRPr>
                <a:latin typeface="Instrument Sans"/>
                <a:ea typeface="Instrument Sans"/>
                <a:cs typeface="Instrument Sans"/>
                <a:sym typeface="Instrument Sans"/>
              </a:defRPr>
            </a:lvl7pPr>
            <a:lvl8pPr lvl="7">
              <a:spcBef>
                <a:spcPts val="0"/>
              </a:spcBef>
              <a:spcAft>
                <a:spcPts val="0"/>
              </a:spcAft>
              <a:buSzPts val="1400"/>
              <a:buFont typeface="Instrument Sans"/>
              <a:buNone/>
              <a:defRPr>
                <a:latin typeface="Instrument Sans"/>
                <a:ea typeface="Instrument Sans"/>
                <a:cs typeface="Instrument Sans"/>
                <a:sym typeface="Instrument Sans"/>
              </a:defRPr>
            </a:lvl8pPr>
            <a:lvl9pPr lvl="8">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spTree>
      <p:nvGrpSpPr>
        <p:cNvPr id="168" name="Shape 168"/>
        <p:cNvGrpSpPr/>
        <p:nvPr/>
      </p:nvGrpSpPr>
      <p:grpSpPr>
        <a:xfrm>
          <a:off x="0" y="0"/>
          <a:ext cx="0" cy="0"/>
          <a:chOff x="0" y="0"/>
          <a:chExt cx="0" cy="0"/>
        </a:xfrm>
      </p:grpSpPr>
      <p:sp>
        <p:nvSpPr>
          <p:cNvPr id="169" name="Google Shape;169;p14"/>
          <p:cNvSpPr txBox="1"/>
          <p:nvPr>
            <p:ph idx="1" type="body"/>
          </p:nvPr>
        </p:nvSpPr>
        <p:spPr>
          <a:xfrm>
            <a:off x="2683650" y="1608600"/>
            <a:ext cx="2514600" cy="891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170" name="Google Shape;170;p14"/>
          <p:cNvSpPr txBox="1"/>
          <p:nvPr>
            <p:ph idx="2" type="subTitle"/>
          </p:nvPr>
        </p:nvSpPr>
        <p:spPr>
          <a:xfrm>
            <a:off x="2666700" y="1285200"/>
            <a:ext cx="2545500" cy="323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171" name="Google Shape;171;p14"/>
          <p:cNvSpPr txBox="1"/>
          <p:nvPr>
            <p:ph idx="3" type="subTitle"/>
          </p:nvPr>
        </p:nvSpPr>
        <p:spPr>
          <a:xfrm>
            <a:off x="2665813" y="3858100"/>
            <a:ext cx="2545500" cy="29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SzPts val="1400"/>
              <a:buFont typeface="Instrument Sans"/>
              <a:buNone/>
              <a:defRPr>
                <a:latin typeface="Instrument Sans"/>
                <a:ea typeface="Instrument Sans"/>
                <a:cs typeface="Instrument Sans"/>
                <a:sym typeface="Instrument Sans"/>
              </a:defRPr>
            </a:lvl2pPr>
            <a:lvl3pPr lvl="2">
              <a:spcBef>
                <a:spcPts val="0"/>
              </a:spcBef>
              <a:spcAft>
                <a:spcPts val="0"/>
              </a:spcAft>
              <a:buSzPts val="1400"/>
              <a:buFont typeface="Instrument Sans"/>
              <a:buNone/>
              <a:defRPr>
                <a:latin typeface="Instrument Sans"/>
                <a:ea typeface="Instrument Sans"/>
                <a:cs typeface="Instrument Sans"/>
                <a:sym typeface="Instrument Sans"/>
              </a:defRPr>
            </a:lvl3pPr>
            <a:lvl4pPr lvl="3">
              <a:spcBef>
                <a:spcPts val="0"/>
              </a:spcBef>
              <a:spcAft>
                <a:spcPts val="0"/>
              </a:spcAft>
              <a:buSzPts val="1400"/>
              <a:buFont typeface="Instrument Sans"/>
              <a:buNone/>
              <a:defRPr>
                <a:latin typeface="Instrument Sans"/>
                <a:ea typeface="Instrument Sans"/>
                <a:cs typeface="Instrument Sans"/>
                <a:sym typeface="Instrument Sans"/>
              </a:defRPr>
            </a:lvl4pPr>
            <a:lvl5pPr lvl="4">
              <a:spcBef>
                <a:spcPts val="0"/>
              </a:spcBef>
              <a:spcAft>
                <a:spcPts val="0"/>
              </a:spcAft>
              <a:buSzPts val="1400"/>
              <a:buFont typeface="Instrument Sans"/>
              <a:buNone/>
              <a:defRPr>
                <a:latin typeface="Instrument Sans"/>
                <a:ea typeface="Instrument Sans"/>
                <a:cs typeface="Instrument Sans"/>
                <a:sym typeface="Instrument Sans"/>
              </a:defRPr>
            </a:lvl5pPr>
            <a:lvl6pPr lvl="5">
              <a:spcBef>
                <a:spcPts val="0"/>
              </a:spcBef>
              <a:spcAft>
                <a:spcPts val="0"/>
              </a:spcAft>
              <a:buSzPts val="1400"/>
              <a:buFont typeface="Instrument Sans"/>
              <a:buNone/>
              <a:defRPr>
                <a:latin typeface="Instrument Sans"/>
                <a:ea typeface="Instrument Sans"/>
                <a:cs typeface="Instrument Sans"/>
                <a:sym typeface="Instrument Sans"/>
              </a:defRPr>
            </a:lvl6pPr>
            <a:lvl7pPr lvl="6">
              <a:spcBef>
                <a:spcPts val="0"/>
              </a:spcBef>
              <a:spcAft>
                <a:spcPts val="0"/>
              </a:spcAft>
              <a:buSzPts val="1400"/>
              <a:buFont typeface="Instrument Sans"/>
              <a:buNone/>
              <a:defRPr>
                <a:latin typeface="Instrument Sans"/>
                <a:ea typeface="Instrument Sans"/>
                <a:cs typeface="Instrument Sans"/>
                <a:sym typeface="Instrument Sans"/>
              </a:defRPr>
            </a:lvl7pPr>
            <a:lvl8pPr lvl="7">
              <a:spcBef>
                <a:spcPts val="0"/>
              </a:spcBef>
              <a:spcAft>
                <a:spcPts val="0"/>
              </a:spcAft>
              <a:buSzPts val="1400"/>
              <a:buFont typeface="Instrument Sans"/>
              <a:buNone/>
              <a:defRPr>
                <a:latin typeface="Instrument Sans"/>
                <a:ea typeface="Instrument Sans"/>
                <a:cs typeface="Instrument Sans"/>
                <a:sym typeface="Instrument Sans"/>
              </a:defRPr>
            </a:lvl8pPr>
            <a:lvl9pPr lvl="8">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
        <p:nvSpPr>
          <p:cNvPr id="172" name="Google Shape;172;p14"/>
          <p:cNvSpPr txBox="1"/>
          <p:nvPr>
            <p:ph idx="4" type="body"/>
          </p:nvPr>
        </p:nvSpPr>
        <p:spPr>
          <a:xfrm>
            <a:off x="6483525" y="2875975"/>
            <a:ext cx="2514600" cy="978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800"/>
              </a:spcBef>
              <a:spcAft>
                <a:spcPts val="0"/>
              </a:spcAft>
              <a:buClr>
                <a:schemeClr val="accent6"/>
              </a:buClr>
              <a:buSzPts val="1000"/>
              <a:buFont typeface="Instrument Sans"/>
              <a:buChar char="○"/>
              <a:defRPr>
                <a:solidFill>
                  <a:schemeClr val="accent6"/>
                </a:solidFill>
              </a:defRPr>
            </a:lvl2pPr>
            <a:lvl3pPr indent="-292100" lvl="2" marL="1371600">
              <a:spcBef>
                <a:spcPts val="800"/>
              </a:spcBef>
              <a:spcAft>
                <a:spcPts val="0"/>
              </a:spcAft>
              <a:buClr>
                <a:schemeClr val="accent6"/>
              </a:buClr>
              <a:buSzPts val="1000"/>
              <a:buFont typeface="Instrument Sans"/>
              <a:buChar char="■"/>
              <a:defRPr>
                <a:solidFill>
                  <a:schemeClr val="accent6"/>
                </a:solidFill>
              </a:defRPr>
            </a:lvl3pPr>
            <a:lvl4pPr indent="-292100" lvl="3" marL="1828800">
              <a:spcBef>
                <a:spcPts val="800"/>
              </a:spcBef>
              <a:spcAft>
                <a:spcPts val="0"/>
              </a:spcAft>
              <a:buClr>
                <a:schemeClr val="accent6"/>
              </a:buClr>
              <a:buSzPts val="1000"/>
              <a:buFont typeface="Instrument Sans"/>
              <a:buChar char="●"/>
              <a:defRPr>
                <a:solidFill>
                  <a:schemeClr val="accent6"/>
                </a:solidFill>
              </a:defRPr>
            </a:lvl4pPr>
            <a:lvl5pPr indent="-292100" lvl="4" marL="2286000">
              <a:spcBef>
                <a:spcPts val="800"/>
              </a:spcBef>
              <a:spcAft>
                <a:spcPts val="0"/>
              </a:spcAft>
              <a:buClr>
                <a:schemeClr val="accent6"/>
              </a:buClr>
              <a:buSzPts val="1000"/>
              <a:buFont typeface="Instrument Sans"/>
              <a:buChar char="○"/>
              <a:defRPr>
                <a:solidFill>
                  <a:schemeClr val="accent6"/>
                </a:solidFill>
              </a:defRPr>
            </a:lvl5pPr>
            <a:lvl6pPr indent="-292100" lvl="5" marL="2743200">
              <a:spcBef>
                <a:spcPts val="800"/>
              </a:spcBef>
              <a:spcAft>
                <a:spcPts val="0"/>
              </a:spcAft>
              <a:buClr>
                <a:schemeClr val="accent6"/>
              </a:buClr>
              <a:buSzPts val="1000"/>
              <a:buFont typeface="Instrument Sans"/>
              <a:buChar char="■"/>
              <a:defRPr>
                <a:solidFill>
                  <a:schemeClr val="accent6"/>
                </a:solidFill>
              </a:defRPr>
            </a:lvl6pPr>
            <a:lvl7pPr indent="-292100" lvl="6" marL="3200400">
              <a:spcBef>
                <a:spcPts val="800"/>
              </a:spcBef>
              <a:spcAft>
                <a:spcPts val="0"/>
              </a:spcAft>
              <a:buClr>
                <a:schemeClr val="accent6"/>
              </a:buClr>
              <a:buSzPts val="1000"/>
              <a:buFont typeface="Instrument Sans"/>
              <a:buChar char="●"/>
              <a:defRPr>
                <a:solidFill>
                  <a:schemeClr val="accent6"/>
                </a:solidFill>
              </a:defRPr>
            </a:lvl7pPr>
            <a:lvl8pPr indent="-292100" lvl="7" marL="3657600">
              <a:spcBef>
                <a:spcPts val="800"/>
              </a:spcBef>
              <a:spcAft>
                <a:spcPts val="0"/>
              </a:spcAft>
              <a:buClr>
                <a:schemeClr val="accent6"/>
              </a:buClr>
              <a:buSzPts val="1000"/>
              <a:buFont typeface="Instrument Sans"/>
              <a:buChar char="○"/>
              <a:defRPr>
                <a:solidFill>
                  <a:schemeClr val="accent6"/>
                </a:solidFill>
              </a:defRPr>
            </a:lvl8pPr>
            <a:lvl9pPr indent="-292100" lvl="8" marL="4114800">
              <a:spcBef>
                <a:spcPts val="800"/>
              </a:spcBef>
              <a:spcAft>
                <a:spcPts val="800"/>
              </a:spcAft>
              <a:buClr>
                <a:schemeClr val="accent6"/>
              </a:buClr>
              <a:buSzPts val="1000"/>
              <a:buFont typeface="Instrument Sans"/>
              <a:buChar char="■"/>
              <a:defRPr>
                <a:solidFill>
                  <a:schemeClr val="accent6"/>
                </a:solidFill>
              </a:defRPr>
            </a:lvl9pPr>
          </a:lstStyle>
          <a:p/>
        </p:txBody>
      </p:sp>
      <p:sp>
        <p:nvSpPr>
          <p:cNvPr id="173" name="Google Shape;173;p14"/>
          <p:cNvSpPr/>
          <p:nvPr>
            <p:ph idx="5" type="pic"/>
          </p:nvPr>
        </p:nvSpPr>
        <p:spPr>
          <a:xfrm>
            <a:off x="128875" y="3858100"/>
            <a:ext cx="1270500" cy="1285500"/>
          </a:xfrm>
          <a:prstGeom prst="rect">
            <a:avLst/>
          </a:prstGeom>
          <a:noFill/>
          <a:ln>
            <a:noFill/>
          </a:ln>
        </p:spPr>
      </p:sp>
      <p:sp>
        <p:nvSpPr>
          <p:cNvPr id="174" name="Google Shape;174;p14"/>
          <p:cNvSpPr/>
          <p:nvPr>
            <p:ph idx="6" type="pic"/>
          </p:nvPr>
        </p:nvSpPr>
        <p:spPr>
          <a:xfrm>
            <a:off x="128875" y="1291350"/>
            <a:ext cx="1270500" cy="1285500"/>
          </a:xfrm>
          <a:prstGeom prst="rect">
            <a:avLst/>
          </a:prstGeom>
          <a:noFill/>
          <a:ln>
            <a:noFill/>
          </a:ln>
        </p:spPr>
      </p:sp>
      <p:sp>
        <p:nvSpPr>
          <p:cNvPr id="175" name="Google Shape;175;p14"/>
          <p:cNvSpPr/>
          <p:nvPr>
            <p:ph idx="7" type="pic"/>
          </p:nvPr>
        </p:nvSpPr>
        <p:spPr>
          <a:xfrm>
            <a:off x="3936325" y="2583600"/>
            <a:ext cx="1270500" cy="1274400"/>
          </a:xfrm>
          <a:prstGeom prst="rect">
            <a:avLst/>
          </a:prstGeom>
          <a:noFill/>
          <a:ln>
            <a:noFill/>
          </a:ln>
        </p:spPr>
      </p:sp>
      <p:sp>
        <p:nvSpPr>
          <p:cNvPr id="176" name="Google Shape;176;p14"/>
          <p:cNvSpPr txBox="1"/>
          <p:nvPr>
            <p:ph type="title"/>
          </p:nvPr>
        </p:nvSpPr>
        <p:spPr>
          <a:xfrm>
            <a:off x="128875" y="234450"/>
            <a:ext cx="3810000" cy="10569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atin typeface="Poppins SemiBold"/>
                <a:ea typeface="Poppins SemiBold"/>
                <a:cs typeface="Poppins SemiBold"/>
                <a:sym typeface="Poppins SemiBold"/>
              </a:defRPr>
            </a:lvl2pPr>
            <a:lvl3pPr lvl="2">
              <a:lnSpc>
                <a:spcPct val="115000"/>
              </a:lnSpc>
              <a:spcBef>
                <a:spcPts val="0"/>
              </a:spcBef>
              <a:spcAft>
                <a:spcPts val="0"/>
              </a:spcAft>
              <a:buNone/>
              <a:defRPr sz="3000">
                <a:latin typeface="Poppins SemiBold"/>
                <a:ea typeface="Poppins SemiBold"/>
                <a:cs typeface="Poppins SemiBold"/>
                <a:sym typeface="Poppins SemiBold"/>
              </a:defRPr>
            </a:lvl3pPr>
            <a:lvl4pPr lvl="3">
              <a:lnSpc>
                <a:spcPct val="115000"/>
              </a:lnSpc>
              <a:spcBef>
                <a:spcPts val="0"/>
              </a:spcBef>
              <a:spcAft>
                <a:spcPts val="0"/>
              </a:spcAft>
              <a:buNone/>
              <a:defRPr sz="3000">
                <a:latin typeface="Poppins SemiBold"/>
                <a:ea typeface="Poppins SemiBold"/>
                <a:cs typeface="Poppins SemiBold"/>
                <a:sym typeface="Poppins SemiBold"/>
              </a:defRPr>
            </a:lvl4pPr>
            <a:lvl5pPr lvl="4">
              <a:lnSpc>
                <a:spcPct val="115000"/>
              </a:lnSpc>
              <a:spcBef>
                <a:spcPts val="0"/>
              </a:spcBef>
              <a:spcAft>
                <a:spcPts val="0"/>
              </a:spcAft>
              <a:buNone/>
              <a:defRPr sz="3000">
                <a:latin typeface="Poppins SemiBold"/>
                <a:ea typeface="Poppins SemiBold"/>
                <a:cs typeface="Poppins SemiBold"/>
                <a:sym typeface="Poppins SemiBold"/>
              </a:defRPr>
            </a:lvl5pPr>
            <a:lvl6pPr lvl="5">
              <a:lnSpc>
                <a:spcPct val="115000"/>
              </a:lnSpc>
              <a:spcBef>
                <a:spcPts val="0"/>
              </a:spcBef>
              <a:spcAft>
                <a:spcPts val="0"/>
              </a:spcAft>
              <a:buNone/>
              <a:defRPr sz="3000">
                <a:latin typeface="Poppins SemiBold"/>
                <a:ea typeface="Poppins SemiBold"/>
                <a:cs typeface="Poppins SemiBold"/>
                <a:sym typeface="Poppins SemiBold"/>
              </a:defRPr>
            </a:lvl6pPr>
            <a:lvl7pPr lvl="6">
              <a:lnSpc>
                <a:spcPct val="115000"/>
              </a:lnSpc>
              <a:spcBef>
                <a:spcPts val="0"/>
              </a:spcBef>
              <a:spcAft>
                <a:spcPts val="0"/>
              </a:spcAft>
              <a:buNone/>
              <a:defRPr sz="3000">
                <a:latin typeface="Poppins SemiBold"/>
                <a:ea typeface="Poppins SemiBold"/>
                <a:cs typeface="Poppins SemiBold"/>
                <a:sym typeface="Poppins SemiBold"/>
              </a:defRPr>
            </a:lvl7pPr>
            <a:lvl8pPr lvl="7">
              <a:lnSpc>
                <a:spcPct val="115000"/>
              </a:lnSpc>
              <a:spcBef>
                <a:spcPts val="0"/>
              </a:spcBef>
              <a:spcAft>
                <a:spcPts val="0"/>
              </a:spcAft>
              <a:buNone/>
              <a:defRPr sz="3000">
                <a:latin typeface="Poppins SemiBold"/>
                <a:ea typeface="Poppins SemiBold"/>
                <a:cs typeface="Poppins SemiBold"/>
                <a:sym typeface="Poppins SemiBold"/>
              </a:defRPr>
            </a:lvl8pPr>
            <a:lvl9pPr lvl="8">
              <a:lnSpc>
                <a:spcPct val="115000"/>
              </a:lnSpc>
              <a:spcBef>
                <a:spcPts val="0"/>
              </a:spcBef>
              <a:spcAft>
                <a:spcPts val="0"/>
              </a:spcAft>
              <a:buNone/>
              <a:defRPr sz="3000">
                <a:latin typeface="Poppins SemiBold"/>
                <a:ea typeface="Poppins SemiBold"/>
                <a:cs typeface="Poppins SemiBold"/>
                <a:sym typeface="Poppins SemiBold"/>
              </a:defRPr>
            </a:lvl9pPr>
          </a:lstStyle>
          <a:p/>
        </p:txBody>
      </p:sp>
      <p:sp>
        <p:nvSpPr>
          <p:cNvPr id="177" name="Google Shape;177;p14"/>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78" name="Google Shape;178;p14"/>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179" name="Google Shape;179;p14"/>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sp>
        <p:nvSpPr>
          <p:cNvPr id="180" name="Google Shape;180;p14"/>
          <p:cNvSpPr txBox="1"/>
          <p:nvPr>
            <p:ph idx="8" type="subTitle"/>
          </p:nvPr>
        </p:nvSpPr>
        <p:spPr>
          <a:xfrm>
            <a:off x="3940150" y="234450"/>
            <a:ext cx="4860300" cy="6051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800"/>
              <a:buFont typeface="Instrument Sans"/>
              <a:buNone/>
              <a:defRPr sz="1800">
                <a:solidFill>
                  <a:schemeClr val="accent6"/>
                </a:solidFill>
                <a:latin typeface="Instrument Sans"/>
                <a:ea typeface="Instrument Sans"/>
                <a:cs typeface="Instrument Sans"/>
                <a:sym typeface="Instrument Sans"/>
              </a:defRPr>
            </a:lvl9pPr>
          </a:lstStyle>
          <a:p/>
        </p:txBody>
      </p:sp>
      <p:sp>
        <p:nvSpPr>
          <p:cNvPr id="181" name="Google Shape;181;p14"/>
          <p:cNvSpPr txBox="1"/>
          <p:nvPr>
            <p:ph idx="9" type="body"/>
          </p:nvPr>
        </p:nvSpPr>
        <p:spPr>
          <a:xfrm>
            <a:off x="2671425" y="4165300"/>
            <a:ext cx="2545500" cy="891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182" name="Google Shape;182;p14"/>
          <p:cNvSpPr txBox="1"/>
          <p:nvPr>
            <p:ph idx="13" type="subTitle"/>
          </p:nvPr>
        </p:nvSpPr>
        <p:spPr>
          <a:xfrm>
            <a:off x="6479375" y="2579575"/>
            <a:ext cx="2545500" cy="29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atin typeface="Instrument Sans"/>
                <a:ea typeface="Instrument Sans"/>
                <a:cs typeface="Instrument Sans"/>
                <a:sym typeface="Instrument Sans"/>
              </a:defRPr>
            </a:lvl1pPr>
            <a:lvl2pPr lvl="1">
              <a:spcBef>
                <a:spcPts val="0"/>
              </a:spcBef>
              <a:spcAft>
                <a:spcPts val="0"/>
              </a:spcAft>
              <a:buSzPts val="1400"/>
              <a:buFont typeface="Instrument Sans"/>
              <a:buNone/>
              <a:defRPr>
                <a:latin typeface="Instrument Sans"/>
                <a:ea typeface="Instrument Sans"/>
                <a:cs typeface="Instrument Sans"/>
                <a:sym typeface="Instrument Sans"/>
              </a:defRPr>
            </a:lvl2pPr>
            <a:lvl3pPr lvl="2">
              <a:spcBef>
                <a:spcPts val="0"/>
              </a:spcBef>
              <a:spcAft>
                <a:spcPts val="0"/>
              </a:spcAft>
              <a:buSzPts val="1400"/>
              <a:buFont typeface="Instrument Sans"/>
              <a:buNone/>
              <a:defRPr>
                <a:latin typeface="Instrument Sans"/>
                <a:ea typeface="Instrument Sans"/>
                <a:cs typeface="Instrument Sans"/>
                <a:sym typeface="Instrument Sans"/>
              </a:defRPr>
            </a:lvl3pPr>
            <a:lvl4pPr lvl="3">
              <a:spcBef>
                <a:spcPts val="0"/>
              </a:spcBef>
              <a:spcAft>
                <a:spcPts val="0"/>
              </a:spcAft>
              <a:buSzPts val="1400"/>
              <a:buFont typeface="Instrument Sans"/>
              <a:buNone/>
              <a:defRPr>
                <a:latin typeface="Instrument Sans"/>
                <a:ea typeface="Instrument Sans"/>
                <a:cs typeface="Instrument Sans"/>
                <a:sym typeface="Instrument Sans"/>
              </a:defRPr>
            </a:lvl4pPr>
            <a:lvl5pPr lvl="4">
              <a:spcBef>
                <a:spcPts val="0"/>
              </a:spcBef>
              <a:spcAft>
                <a:spcPts val="0"/>
              </a:spcAft>
              <a:buSzPts val="1400"/>
              <a:buFont typeface="Instrument Sans"/>
              <a:buNone/>
              <a:defRPr>
                <a:latin typeface="Instrument Sans"/>
                <a:ea typeface="Instrument Sans"/>
                <a:cs typeface="Instrument Sans"/>
                <a:sym typeface="Instrument Sans"/>
              </a:defRPr>
            </a:lvl5pPr>
            <a:lvl6pPr lvl="5">
              <a:spcBef>
                <a:spcPts val="0"/>
              </a:spcBef>
              <a:spcAft>
                <a:spcPts val="0"/>
              </a:spcAft>
              <a:buSzPts val="1400"/>
              <a:buFont typeface="Instrument Sans"/>
              <a:buNone/>
              <a:defRPr>
                <a:latin typeface="Instrument Sans"/>
                <a:ea typeface="Instrument Sans"/>
                <a:cs typeface="Instrument Sans"/>
                <a:sym typeface="Instrument Sans"/>
              </a:defRPr>
            </a:lvl6pPr>
            <a:lvl7pPr lvl="6">
              <a:spcBef>
                <a:spcPts val="0"/>
              </a:spcBef>
              <a:spcAft>
                <a:spcPts val="0"/>
              </a:spcAft>
              <a:buSzPts val="1400"/>
              <a:buFont typeface="Instrument Sans"/>
              <a:buNone/>
              <a:defRPr>
                <a:latin typeface="Instrument Sans"/>
                <a:ea typeface="Instrument Sans"/>
                <a:cs typeface="Instrument Sans"/>
                <a:sym typeface="Instrument Sans"/>
              </a:defRPr>
            </a:lvl7pPr>
            <a:lvl8pPr lvl="7">
              <a:spcBef>
                <a:spcPts val="0"/>
              </a:spcBef>
              <a:spcAft>
                <a:spcPts val="0"/>
              </a:spcAft>
              <a:buSzPts val="1400"/>
              <a:buFont typeface="Instrument Sans"/>
              <a:buNone/>
              <a:defRPr>
                <a:latin typeface="Instrument Sans"/>
                <a:ea typeface="Instrument Sans"/>
                <a:cs typeface="Instrument Sans"/>
                <a:sym typeface="Instrument Sans"/>
              </a:defRPr>
            </a:lvl8pPr>
            <a:lvl9pPr lvl="8">
              <a:spcBef>
                <a:spcPts val="0"/>
              </a:spcBef>
              <a:spcAft>
                <a:spcPts val="0"/>
              </a:spcAft>
              <a:buSzPts val="1400"/>
              <a:buFont typeface="Instrument Sans"/>
              <a:buNone/>
              <a:defRPr>
                <a:latin typeface="Instrument Sans"/>
                <a:ea typeface="Instrument Sans"/>
                <a:cs typeface="Instrument Sans"/>
                <a:sym typeface="Instrument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
    <p:spTree>
      <p:nvGrpSpPr>
        <p:cNvPr id="183" name="Shape 183"/>
        <p:cNvGrpSpPr/>
        <p:nvPr/>
      </p:nvGrpSpPr>
      <p:grpSpPr>
        <a:xfrm>
          <a:off x="0" y="0"/>
          <a:ext cx="0" cy="0"/>
          <a:chOff x="0" y="0"/>
          <a:chExt cx="0" cy="0"/>
        </a:xfrm>
      </p:grpSpPr>
      <p:pic>
        <p:nvPicPr>
          <p:cNvPr id="184" name="Google Shape;184;p15"/>
          <p:cNvPicPr preferRelativeResize="0"/>
          <p:nvPr/>
        </p:nvPicPr>
        <p:blipFill>
          <a:blip r:embed="rId2">
            <a:alphaModFix/>
          </a:blip>
          <a:stretch>
            <a:fillRect/>
          </a:stretch>
        </p:blipFill>
        <p:spPr>
          <a:xfrm rot="10800000">
            <a:off x="7747525" y="-6725"/>
            <a:ext cx="1265400" cy="1293000"/>
          </a:xfrm>
          <a:prstGeom prst="rect">
            <a:avLst/>
          </a:prstGeom>
          <a:noFill/>
          <a:ln>
            <a:noFill/>
          </a:ln>
        </p:spPr>
      </p:pic>
      <p:sp>
        <p:nvSpPr>
          <p:cNvPr id="185" name="Google Shape;185;p15"/>
          <p:cNvSpPr txBox="1"/>
          <p:nvPr>
            <p:ph idx="1" type="body"/>
          </p:nvPr>
        </p:nvSpPr>
        <p:spPr>
          <a:xfrm>
            <a:off x="134175" y="2591900"/>
            <a:ext cx="12594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86" name="Google Shape;186;p15"/>
          <p:cNvSpPr txBox="1"/>
          <p:nvPr>
            <p:ph idx="2" type="body"/>
          </p:nvPr>
        </p:nvSpPr>
        <p:spPr>
          <a:xfrm>
            <a:off x="1401350" y="3858800"/>
            <a:ext cx="12663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800"/>
              </a:spcBef>
              <a:spcAft>
                <a:spcPts val="0"/>
              </a:spcAft>
              <a:buClr>
                <a:schemeClr val="lt1"/>
              </a:buClr>
              <a:buSzPts val="1000"/>
              <a:buFont typeface="Instrument Sans"/>
              <a:buChar char="■"/>
              <a:defRPr/>
            </a:lvl3pPr>
            <a:lvl4pPr indent="-292100" lvl="3" marL="1828800">
              <a:spcBef>
                <a:spcPts val="800"/>
              </a:spcBef>
              <a:spcAft>
                <a:spcPts val="0"/>
              </a:spcAft>
              <a:buClr>
                <a:schemeClr val="lt1"/>
              </a:buClr>
              <a:buSzPts val="1000"/>
              <a:buFont typeface="Instrument Sans"/>
              <a:buChar char="●"/>
              <a:defRPr/>
            </a:lvl4pPr>
            <a:lvl5pPr indent="-292100" lvl="4" marL="2286000">
              <a:spcBef>
                <a:spcPts val="800"/>
              </a:spcBef>
              <a:spcAft>
                <a:spcPts val="0"/>
              </a:spcAft>
              <a:buClr>
                <a:schemeClr val="lt1"/>
              </a:buClr>
              <a:buSzPts val="1000"/>
              <a:buFont typeface="Instrument Sans"/>
              <a:buChar char="○"/>
              <a:defRPr/>
            </a:lvl5pPr>
            <a:lvl6pPr indent="-292100" lvl="5" marL="2743200">
              <a:spcBef>
                <a:spcPts val="800"/>
              </a:spcBef>
              <a:spcAft>
                <a:spcPts val="0"/>
              </a:spcAft>
              <a:buClr>
                <a:schemeClr val="lt1"/>
              </a:buClr>
              <a:buSzPts val="1000"/>
              <a:buFont typeface="Instrument Sans"/>
              <a:buChar char="■"/>
              <a:defRPr/>
            </a:lvl6pPr>
            <a:lvl7pPr indent="-292100" lvl="6" marL="3200400">
              <a:spcBef>
                <a:spcPts val="800"/>
              </a:spcBef>
              <a:spcAft>
                <a:spcPts val="0"/>
              </a:spcAft>
              <a:buClr>
                <a:schemeClr val="lt1"/>
              </a:buClr>
              <a:buSzPts val="1000"/>
              <a:buFont typeface="Instrument Sans"/>
              <a:buChar char="●"/>
              <a:defRPr/>
            </a:lvl7pPr>
            <a:lvl8pPr indent="-292100" lvl="7" marL="3657600">
              <a:spcBef>
                <a:spcPts val="800"/>
              </a:spcBef>
              <a:spcAft>
                <a:spcPts val="0"/>
              </a:spcAft>
              <a:buClr>
                <a:schemeClr val="lt1"/>
              </a:buClr>
              <a:buSzPts val="1000"/>
              <a:buFont typeface="Instrument Sans"/>
              <a:buChar char="○"/>
              <a:defRPr/>
            </a:lvl8pPr>
            <a:lvl9pPr indent="-292100" lvl="8" marL="4114800">
              <a:spcBef>
                <a:spcPts val="800"/>
              </a:spcBef>
              <a:spcAft>
                <a:spcPts val="800"/>
              </a:spcAft>
              <a:buClr>
                <a:schemeClr val="lt1"/>
              </a:buClr>
              <a:buSzPts val="1000"/>
              <a:buFont typeface="Instrument Sans"/>
              <a:buChar char="■"/>
              <a:defRPr/>
            </a:lvl9pPr>
          </a:lstStyle>
          <a:p/>
        </p:txBody>
      </p:sp>
      <p:sp>
        <p:nvSpPr>
          <p:cNvPr id="187" name="Google Shape;187;p15"/>
          <p:cNvSpPr txBox="1"/>
          <p:nvPr>
            <p:ph idx="3" type="body"/>
          </p:nvPr>
        </p:nvSpPr>
        <p:spPr>
          <a:xfrm>
            <a:off x="2664024" y="2585275"/>
            <a:ext cx="12564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88" name="Google Shape;188;p15"/>
          <p:cNvSpPr txBox="1"/>
          <p:nvPr>
            <p:ph idx="4" type="body"/>
          </p:nvPr>
        </p:nvSpPr>
        <p:spPr>
          <a:xfrm>
            <a:off x="3942325" y="3858800"/>
            <a:ext cx="12663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89" name="Google Shape;189;p15"/>
          <p:cNvSpPr txBox="1"/>
          <p:nvPr>
            <p:ph idx="5" type="body"/>
          </p:nvPr>
        </p:nvSpPr>
        <p:spPr>
          <a:xfrm>
            <a:off x="5215125" y="2585275"/>
            <a:ext cx="12642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90" name="Google Shape;190;p15"/>
          <p:cNvSpPr txBox="1"/>
          <p:nvPr>
            <p:ph idx="6" type="body"/>
          </p:nvPr>
        </p:nvSpPr>
        <p:spPr>
          <a:xfrm>
            <a:off x="6484050" y="3858800"/>
            <a:ext cx="1266300" cy="1056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b="1"/>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91" name="Google Shape;191;p15"/>
          <p:cNvSpPr/>
          <p:nvPr>
            <p:ph idx="7" type="pic"/>
          </p:nvPr>
        </p:nvSpPr>
        <p:spPr>
          <a:xfrm>
            <a:off x="1405975" y="2584850"/>
            <a:ext cx="1259400" cy="1270500"/>
          </a:xfrm>
          <a:prstGeom prst="rect">
            <a:avLst/>
          </a:prstGeom>
          <a:noFill/>
          <a:ln>
            <a:noFill/>
          </a:ln>
        </p:spPr>
      </p:sp>
      <p:sp>
        <p:nvSpPr>
          <p:cNvPr id="192" name="Google Shape;192;p15"/>
          <p:cNvSpPr/>
          <p:nvPr>
            <p:ph idx="8" type="pic"/>
          </p:nvPr>
        </p:nvSpPr>
        <p:spPr>
          <a:xfrm>
            <a:off x="2672775" y="1298150"/>
            <a:ext cx="1264200" cy="1275600"/>
          </a:xfrm>
          <a:prstGeom prst="rect">
            <a:avLst/>
          </a:prstGeom>
          <a:noFill/>
          <a:ln>
            <a:noFill/>
          </a:ln>
        </p:spPr>
      </p:sp>
      <p:sp>
        <p:nvSpPr>
          <p:cNvPr id="193" name="Google Shape;193;p15"/>
          <p:cNvSpPr/>
          <p:nvPr>
            <p:ph idx="9" type="pic"/>
          </p:nvPr>
        </p:nvSpPr>
        <p:spPr>
          <a:xfrm>
            <a:off x="134175" y="1297300"/>
            <a:ext cx="1256700" cy="1275300"/>
          </a:xfrm>
          <a:prstGeom prst="rect">
            <a:avLst/>
          </a:prstGeom>
          <a:noFill/>
          <a:ln>
            <a:noFill/>
          </a:ln>
        </p:spPr>
      </p:sp>
      <p:sp>
        <p:nvSpPr>
          <p:cNvPr id="194" name="Google Shape;194;p15"/>
          <p:cNvSpPr/>
          <p:nvPr>
            <p:ph idx="13" type="pic"/>
          </p:nvPr>
        </p:nvSpPr>
        <p:spPr>
          <a:xfrm>
            <a:off x="3944650" y="2583775"/>
            <a:ext cx="1261200" cy="1270800"/>
          </a:xfrm>
          <a:prstGeom prst="rect">
            <a:avLst/>
          </a:prstGeom>
          <a:noFill/>
          <a:ln>
            <a:noFill/>
          </a:ln>
        </p:spPr>
      </p:sp>
      <p:sp>
        <p:nvSpPr>
          <p:cNvPr id="195" name="Google Shape;195;p15"/>
          <p:cNvSpPr/>
          <p:nvPr>
            <p:ph idx="14" type="pic"/>
          </p:nvPr>
        </p:nvSpPr>
        <p:spPr>
          <a:xfrm>
            <a:off x="5218725" y="1297675"/>
            <a:ext cx="1256400" cy="1276200"/>
          </a:xfrm>
          <a:prstGeom prst="rect">
            <a:avLst/>
          </a:prstGeom>
          <a:noFill/>
          <a:ln>
            <a:noFill/>
          </a:ln>
        </p:spPr>
      </p:sp>
      <p:sp>
        <p:nvSpPr>
          <p:cNvPr id="196" name="Google Shape;196;p15"/>
          <p:cNvSpPr/>
          <p:nvPr>
            <p:ph idx="15" type="pic"/>
          </p:nvPr>
        </p:nvSpPr>
        <p:spPr>
          <a:xfrm>
            <a:off x="6488125" y="2584850"/>
            <a:ext cx="1259400" cy="1274100"/>
          </a:xfrm>
          <a:prstGeom prst="rect">
            <a:avLst/>
          </a:prstGeom>
          <a:noFill/>
          <a:ln>
            <a:noFill/>
          </a:ln>
        </p:spPr>
      </p:sp>
      <p:sp>
        <p:nvSpPr>
          <p:cNvPr id="197" name="Google Shape;197;p15"/>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15"/>
          <p:cNvSpPr txBox="1"/>
          <p:nvPr>
            <p:ph idx="16"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15"/>
          <p:cNvSpPr txBox="1"/>
          <p:nvPr>
            <p:ph type="title"/>
          </p:nvPr>
        </p:nvSpPr>
        <p:spPr>
          <a:xfrm>
            <a:off x="133575" y="228600"/>
            <a:ext cx="6338400" cy="1056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3600"/>
              <a:buFont typeface="Poppins"/>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cxnSp>
        <p:nvCxnSpPr>
          <p:cNvPr id="200" name="Google Shape;200;p15"/>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201" name="Google Shape;201;p15"/>
          <p:cNvCxnSpPr/>
          <p:nvPr/>
        </p:nvCxnSpPr>
        <p:spPr>
          <a:xfrm>
            <a:off x="9023250" y="0"/>
            <a:ext cx="0" cy="514470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1">
    <p:spTree>
      <p:nvGrpSpPr>
        <p:cNvPr id="202" name="Shape 202"/>
        <p:cNvGrpSpPr/>
        <p:nvPr/>
      </p:nvGrpSpPr>
      <p:grpSpPr>
        <a:xfrm>
          <a:off x="0" y="0"/>
          <a:ext cx="0" cy="0"/>
          <a:chOff x="0" y="0"/>
          <a:chExt cx="0" cy="0"/>
        </a:xfrm>
      </p:grpSpPr>
      <p:sp>
        <p:nvSpPr>
          <p:cNvPr id="203" name="Google Shape;203;p16"/>
          <p:cNvSpPr txBox="1"/>
          <p:nvPr>
            <p:ph idx="1" type="body"/>
          </p:nvPr>
        </p:nvSpPr>
        <p:spPr>
          <a:xfrm>
            <a:off x="2673138" y="3158400"/>
            <a:ext cx="1265100" cy="173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04" name="Google Shape;204;p16"/>
          <p:cNvSpPr txBox="1"/>
          <p:nvPr>
            <p:ph idx="2" type="body"/>
          </p:nvPr>
        </p:nvSpPr>
        <p:spPr>
          <a:xfrm>
            <a:off x="7749888" y="3160525"/>
            <a:ext cx="1265100" cy="173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05" name="Google Shape;205;p16"/>
          <p:cNvSpPr txBox="1"/>
          <p:nvPr>
            <p:ph idx="3" type="subTitle"/>
          </p:nvPr>
        </p:nvSpPr>
        <p:spPr>
          <a:xfrm>
            <a:off x="7754025" y="2583925"/>
            <a:ext cx="1265100" cy="320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b="1" sz="10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6" name="Google Shape;206;p16"/>
          <p:cNvSpPr txBox="1"/>
          <p:nvPr>
            <p:ph idx="4" type="body"/>
          </p:nvPr>
        </p:nvSpPr>
        <p:spPr>
          <a:xfrm>
            <a:off x="5213563" y="3164875"/>
            <a:ext cx="1265100" cy="173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07" name="Google Shape;207;p16"/>
          <p:cNvSpPr txBox="1"/>
          <p:nvPr>
            <p:ph idx="5" type="body"/>
          </p:nvPr>
        </p:nvSpPr>
        <p:spPr>
          <a:xfrm>
            <a:off x="137275" y="3175800"/>
            <a:ext cx="1265100" cy="173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08" name="Google Shape;208;p16"/>
          <p:cNvSpPr txBox="1"/>
          <p:nvPr>
            <p:ph idx="6" type="subTitle"/>
          </p:nvPr>
        </p:nvSpPr>
        <p:spPr>
          <a:xfrm>
            <a:off x="137275" y="2599200"/>
            <a:ext cx="1265100" cy="320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b="1" sz="10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9" name="Google Shape;209;p16"/>
          <p:cNvSpPr txBox="1"/>
          <p:nvPr>
            <p:ph idx="7" type="subTitle"/>
          </p:nvPr>
        </p:nvSpPr>
        <p:spPr>
          <a:xfrm>
            <a:off x="5213563" y="2588275"/>
            <a:ext cx="1265100" cy="320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b="1" sz="10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10" name="Google Shape;210;p16"/>
          <p:cNvSpPr txBox="1"/>
          <p:nvPr>
            <p:ph idx="8" type="subTitle"/>
          </p:nvPr>
        </p:nvSpPr>
        <p:spPr>
          <a:xfrm>
            <a:off x="2673138" y="2581800"/>
            <a:ext cx="1265100" cy="320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b="1" sz="10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11" name="Google Shape;211;p16"/>
          <p:cNvSpPr/>
          <p:nvPr>
            <p:ph idx="9" type="pic"/>
          </p:nvPr>
        </p:nvSpPr>
        <p:spPr>
          <a:xfrm>
            <a:off x="5216500" y="1297675"/>
            <a:ext cx="1259100" cy="1276500"/>
          </a:xfrm>
          <a:prstGeom prst="rect">
            <a:avLst/>
          </a:prstGeom>
          <a:noFill/>
          <a:ln>
            <a:noFill/>
          </a:ln>
        </p:spPr>
      </p:sp>
      <p:sp>
        <p:nvSpPr>
          <p:cNvPr id="212" name="Google Shape;212;p16"/>
          <p:cNvSpPr/>
          <p:nvPr>
            <p:ph idx="13" type="pic"/>
          </p:nvPr>
        </p:nvSpPr>
        <p:spPr>
          <a:xfrm>
            <a:off x="7756350" y="1296175"/>
            <a:ext cx="1259100" cy="1280100"/>
          </a:xfrm>
          <a:prstGeom prst="rect">
            <a:avLst/>
          </a:prstGeom>
          <a:noFill/>
          <a:ln>
            <a:noFill/>
          </a:ln>
        </p:spPr>
      </p:sp>
      <p:sp>
        <p:nvSpPr>
          <p:cNvPr id="213" name="Google Shape;213;p16"/>
          <p:cNvSpPr/>
          <p:nvPr>
            <p:ph idx="14" type="pic"/>
          </p:nvPr>
        </p:nvSpPr>
        <p:spPr>
          <a:xfrm>
            <a:off x="133525" y="1294525"/>
            <a:ext cx="1261800" cy="1280400"/>
          </a:xfrm>
          <a:prstGeom prst="rect">
            <a:avLst/>
          </a:prstGeom>
          <a:noFill/>
          <a:ln>
            <a:noFill/>
          </a:ln>
        </p:spPr>
      </p:sp>
      <p:sp>
        <p:nvSpPr>
          <p:cNvPr id="214" name="Google Shape;214;p16"/>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16"/>
          <p:cNvSpPr/>
          <p:nvPr>
            <p:ph idx="15" type="pic"/>
          </p:nvPr>
        </p:nvSpPr>
        <p:spPr>
          <a:xfrm>
            <a:off x="2673500" y="1295450"/>
            <a:ext cx="1263300" cy="1277100"/>
          </a:xfrm>
          <a:prstGeom prst="rect">
            <a:avLst/>
          </a:prstGeom>
          <a:noFill/>
          <a:ln>
            <a:noFill/>
          </a:ln>
        </p:spPr>
      </p:sp>
      <p:sp>
        <p:nvSpPr>
          <p:cNvPr id="216" name="Google Shape;216;p16"/>
          <p:cNvSpPr txBox="1"/>
          <p:nvPr>
            <p:ph type="title"/>
          </p:nvPr>
        </p:nvSpPr>
        <p:spPr>
          <a:xfrm>
            <a:off x="131875" y="228600"/>
            <a:ext cx="5076000" cy="10629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3600"/>
              <a:buFont typeface="Poppi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17" name="Google Shape;217;p16"/>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218" name="Google Shape;218;p16"/>
          <p:cNvCxnSpPr/>
          <p:nvPr/>
        </p:nvCxnSpPr>
        <p:spPr>
          <a:xfrm>
            <a:off x="9018413" y="-600"/>
            <a:ext cx="0" cy="514470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
    <p:spTree>
      <p:nvGrpSpPr>
        <p:cNvPr id="219" name="Shape 219"/>
        <p:cNvGrpSpPr/>
        <p:nvPr/>
      </p:nvGrpSpPr>
      <p:grpSpPr>
        <a:xfrm>
          <a:off x="0" y="0"/>
          <a:ext cx="0" cy="0"/>
          <a:chOff x="0" y="0"/>
          <a:chExt cx="0" cy="0"/>
        </a:xfrm>
      </p:grpSpPr>
      <p:sp>
        <p:nvSpPr>
          <p:cNvPr id="220" name="Google Shape;220;p17"/>
          <p:cNvSpPr txBox="1"/>
          <p:nvPr>
            <p:ph type="title"/>
          </p:nvPr>
        </p:nvSpPr>
        <p:spPr>
          <a:xfrm>
            <a:off x="365098" y="2042875"/>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1" name="Google Shape;221;p17"/>
          <p:cNvSpPr txBox="1"/>
          <p:nvPr>
            <p:ph idx="2" type="title"/>
          </p:nvPr>
        </p:nvSpPr>
        <p:spPr>
          <a:xfrm>
            <a:off x="365098" y="2671525"/>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2" name="Google Shape;222;p17"/>
          <p:cNvSpPr txBox="1"/>
          <p:nvPr>
            <p:ph idx="3" type="title"/>
          </p:nvPr>
        </p:nvSpPr>
        <p:spPr>
          <a:xfrm>
            <a:off x="365098" y="3313600"/>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3" name="Google Shape;223;p17"/>
          <p:cNvSpPr txBox="1"/>
          <p:nvPr>
            <p:ph idx="4" type="title"/>
          </p:nvPr>
        </p:nvSpPr>
        <p:spPr>
          <a:xfrm>
            <a:off x="365098" y="4557475"/>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4" name="Google Shape;224;p17"/>
          <p:cNvSpPr txBox="1"/>
          <p:nvPr>
            <p:ph idx="5" type="title"/>
          </p:nvPr>
        </p:nvSpPr>
        <p:spPr>
          <a:xfrm>
            <a:off x="1483100" y="2692075"/>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5" name="Google Shape;225;p17"/>
          <p:cNvSpPr txBox="1"/>
          <p:nvPr>
            <p:ph idx="6" type="title"/>
          </p:nvPr>
        </p:nvSpPr>
        <p:spPr>
          <a:xfrm>
            <a:off x="365098" y="3928825"/>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r">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6" name="Google Shape;226;p17"/>
          <p:cNvSpPr txBox="1"/>
          <p:nvPr>
            <p:ph idx="7" type="title"/>
          </p:nvPr>
        </p:nvSpPr>
        <p:spPr>
          <a:xfrm>
            <a:off x="365098" y="1408538"/>
            <a:ext cx="950400" cy="393600"/>
          </a:xfrm>
          <a:prstGeom prst="rect">
            <a:avLst/>
          </a:prstGeom>
        </p:spPr>
        <p:txBody>
          <a:bodyPr anchorCtr="0" anchor="ctr" bIns="91425" lIns="91425" spcFirstLastPara="1" rIns="0" wrap="square" tIns="91425">
            <a:spAutoFit/>
          </a:bodyPr>
          <a:lstStyle>
            <a:lvl1pPr lvl="0" algn="r">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7" name="Google Shape;227;p17"/>
          <p:cNvSpPr txBox="1"/>
          <p:nvPr>
            <p:ph idx="8" type="title"/>
          </p:nvPr>
        </p:nvSpPr>
        <p:spPr>
          <a:xfrm>
            <a:off x="133375" y="236850"/>
            <a:ext cx="5078700" cy="567600"/>
          </a:xfrm>
          <a:prstGeom prst="rect">
            <a:avLst/>
          </a:prstGeom>
        </p:spPr>
        <p:txBody>
          <a:bodyPr anchorCtr="0" anchor="t" bIns="0" lIns="91425" spcFirstLastPara="1" rIns="91425" wrap="square" tIns="0">
            <a:spAutoFit/>
          </a:bodyPr>
          <a:lstStyle>
            <a:lvl1pPr lvl="0">
              <a:spcBef>
                <a:spcPts val="0"/>
              </a:spcBef>
              <a:spcAft>
                <a:spcPts val="0"/>
              </a:spcAft>
              <a:buClr>
                <a:schemeClr val="lt1"/>
              </a:buClr>
              <a:buSzPts val="3600"/>
              <a:buFont typeface="Poppins"/>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28" name="Google Shape;228;p17"/>
          <p:cNvSpPr txBox="1"/>
          <p:nvPr>
            <p:ph idx="9" type="title"/>
          </p:nvPr>
        </p:nvSpPr>
        <p:spPr>
          <a:xfrm>
            <a:off x="1483100" y="1429088"/>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29" name="Google Shape;229;p17"/>
          <p:cNvSpPr txBox="1"/>
          <p:nvPr>
            <p:ph idx="13" type="title"/>
          </p:nvPr>
        </p:nvSpPr>
        <p:spPr>
          <a:xfrm>
            <a:off x="1483100" y="2063425"/>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0" name="Google Shape;230;p17"/>
          <p:cNvSpPr txBox="1"/>
          <p:nvPr>
            <p:ph idx="14" type="title"/>
          </p:nvPr>
        </p:nvSpPr>
        <p:spPr>
          <a:xfrm>
            <a:off x="1483100" y="3320725"/>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1" name="Google Shape;231;p17"/>
          <p:cNvSpPr txBox="1"/>
          <p:nvPr>
            <p:ph idx="15" type="title"/>
          </p:nvPr>
        </p:nvSpPr>
        <p:spPr>
          <a:xfrm>
            <a:off x="1483100" y="3949375"/>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2" name="Google Shape;232;p17"/>
          <p:cNvSpPr txBox="1"/>
          <p:nvPr>
            <p:ph idx="16" type="title"/>
          </p:nvPr>
        </p:nvSpPr>
        <p:spPr>
          <a:xfrm>
            <a:off x="1483100" y="4578025"/>
            <a:ext cx="4272900" cy="352500"/>
          </a:xfrm>
          <a:prstGeom prst="rect">
            <a:avLst/>
          </a:prstGeom>
        </p:spPr>
        <p:txBody>
          <a:bodyPr anchorCtr="0" anchor="ctr" bIns="91425" lIns="0"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3" name="Google Shape;233;p17"/>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234" name="Google Shape;234;p17"/>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235" name="Google Shape;235;p17"/>
          <p:cNvCxnSpPr/>
          <p:nvPr/>
        </p:nvCxnSpPr>
        <p:spPr>
          <a:xfrm>
            <a:off x="9023250" y="-600"/>
            <a:ext cx="0" cy="514470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236" name="Shape 236"/>
        <p:cNvGrpSpPr/>
        <p:nvPr/>
      </p:nvGrpSpPr>
      <p:grpSpPr>
        <a:xfrm>
          <a:off x="0" y="0"/>
          <a:ext cx="0" cy="0"/>
          <a:chOff x="0" y="0"/>
          <a:chExt cx="0" cy="0"/>
        </a:xfrm>
      </p:grpSpPr>
      <p:pic>
        <p:nvPicPr>
          <p:cNvPr id="237" name="Google Shape;237;p18"/>
          <p:cNvPicPr preferRelativeResize="0"/>
          <p:nvPr/>
        </p:nvPicPr>
        <p:blipFill>
          <a:blip r:embed="rId2">
            <a:alphaModFix/>
          </a:blip>
          <a:stretch>
            <a:fillRect/>
          </a:stretch>
        </p:blipFill>
        <p:spPr>
          <a:xfrm rot="10800000">
            <a:off x="7755300" y="-2199"/>
            <a:ext cx="1265400" cy="1288299"/>
          </a:xfrm>
          <a:prstGeom prst="rect">
            <a:avLst/>
          </a:prstGeom>
          <a:noFill/>
          <a:ln>
            <a:noFill/>
          </a:ln>
        </p:spPr>
      </p:pic>
      <p:sp>
        <p:nvSpPr>
          <p:cNvPr id="238" name="Google Shape;238;p18"/>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18"/>
          <p:cNvSpPr txBox="1"/>
          <p:nvPr>
            <p:ph type="title"/>
          </p:nvPr>
        </p:nvSpPr>
        <p:spPr>
          <a:xfrm>
            <a:off x="419575" y="449550"/>
            <a:ext cx="689100" cy="3936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dk1"/>
              </a:buClr>
              <a:buSzPts val="1400"/>
              <a:buFont typeface="Instrument Sans"/>
              <a:buNone/>
              <a:defRPr>
                <a:solidFill>
                  <a:schemeClr val="dk1"/>
                </a:solidFill>
                <a:latin typeface="Instrument Sans"/>
                <a:ea typeface="Instrument Sans"/>
                <a:cs typeface="Instrument Sans"/>
                <a:sym typeface="Instrument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0" name="Google Shape;240;p18"/>
          <p:cNvSpPr txBox="1"/>
          <p:nvPr>
            <p:ph idx="2" type="title"/>
          </p:nvPr>
        </p:nvSpPr>
        <p:spPr>
          <a:xfrm>
            <a:off x="1399375" y="2588200"/>
            <a:ext cx="5082000" cy="23241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3600"/>
              <a:buFont typeface="Poppi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18"/>
          <p:cNvSpPr txBox="1"/>
          <p:nvPr>
            <p:ph idx="1" type="subTitle"/>
          </p:nvPr>
        </p:nvSpPr>
        <p:spPr>
          <a:xfrm>
            <a:off x="6561925" y="3856500"/>
            <a:ext cx="1835100" cy="440100"/>
          </a:xfrm>
          <a:prstGeom prst="rect">
            <a:avLst/>
          </a:prstGeom>
        </p:spPr>
        <p:txBody>
          <a:bodyPr anchorCtr="0" anchor="t" bIns="91425" lIns="0"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42" name="Google Shape;242;p18"/>
          <p:cNvSpPr txBox="1"/>
          <p:nvPr>
            <p:ph idx="3" type="title"/>
          </p:nvPr>
        </p:nvSpPr>
        <p:spPr>
          <a:xfrm>
            <a:off x="1453924" y="228600"/>
            <a:ext cx="6236100" cy="567600"/>
          </a:xfrm>
          <a:prstGeom prst="rect">
            <a:avLst/>
          </a:prstGeom>
        </p:spPr>
        <p:txBody>
          <a:bodyPr anchorCtr="0" anchor="t" bIns="0" lIns="91425" spcFirstLastPara="1" rIns="91425" wrap="square" tIns="0">
            <a:spAutoFit/>
          </a:bodyPr>
          <a:lstStyle>
            <a:lvl1pPr lvl="0">
              <a:lnSpc>
                <a:spcPct val="85000"/>
              </a:lnSpc>
              <a:spcBef>
                <a:spcPts val="0"/>
              </a:spcBef>
              <a:spcAft>
                <a:spcPts val="0"/>
              </a:spcAft>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cxnSp>
        <p:nvCxnSpPr>
          <p:cNvPr id="243" name="Google Shape;243;p18"/>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18"/>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sp>
        <p:nvSpPr>
          <p:cNvPr id="245" name="Google Shape;245;p18"/>
          <p:cNvSpPr/>
          <p:nvPr>
            <p:ph idx="4" type="pic"/>
          </p:nvPr>
        </p:nvSpPr>
        <p:spPr>
          <a:xfrm>
            <a:off x="7756200" y="2584025"/>
            <a:ext cx="1263600" cy="12726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9">
    <p:spTree>
      <p:nvGrpSpPr>
        <p:cNvPr id="246" name="Shape 246"/>
        <p:cNvGrpSpPr/>
        <p:nvPr/>
      </p:nvGrpSpPr>
      <p:grpSpPr>
        <a:xfrm>
          <a:off x="0" y="0"/>
          <a:ext cx="0" cy="0"/>
          <a:chOff x="0" y="0"/>
          <a:chExt cx="0" cy="0"/>
        </a:xfrm>
      </p:grpSpPr>
      <p:sp>
        <p:nvSpPr>
          <p:cNvPr id="247" name="Google Shape;247;p19"/>
          <p:cNvSpPr txBox="1"/>
          <p:nvPr/>
        </p:nvSpPr>
        <p:spPr>
          <a:xfrm>
            <a:off x="7752138" y="1291375"/>
            <a:ext cx="1270500" cy="129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sp>
        <p:nvSpPr>
          <p:cNvPr id="248" name="Google Shape;248;p19"/>
          <p:cNvSpPr/>
          <p:nvPr>
            <p:ph idx="2" type="pic"/>
          </p:nvPr>
        </p:nvSpPr>
        <p:spPr>
          <a:xfrm>
            <a:off x="7977750" y="1495975"/>
            <a:ext cx="819300" cy="881100"/>
          </a:xfrm>
          <a:prstGeom prst="rect">
            <a:avLst/>
          </a:prstGeom>
          <a:noFill/>
          <a:ln>
            <a:noFill/>
          </a:ln>
        </p:spPr>
      </p:sp>
      <p:sp>
        <p:nvSpPr>
          <p:cNvPr id="249" name="Google Shape;249;p19"/>
          <p:cNvSpPr/>
          <p:nvPr>
            <p:ph idx="3" type="pic"/>
          </p:nvPr>
        </p:nvSpPr>
        <p:spPr>
          <a:xfrm>
            <a:off x="5219025" y="1297000"/>
            <a:ext cx="2528100" cy="3847500"/>
          </a:xfrm>
          <a:prstGeom prst="rect">
            <a:avLst/>
          </a:prstGeom>
          <a:noFill/>
          <a:ln>
            <a:noFill/>
          </a:ln>
        </p:spPr>
      </p:sp>
      <p:sp>
        <p:nvSpPr>
          <p:cNvPr id="250" name="Google Shape;250;p19"/>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19"/>
          <p:cNvSpPr txBox="1"/>
          <p:nvPr>
            <p:ph type="title"/>
          </p:nvPr>
        </p:nvSpPr>
        <p:spPr>
          <a:xfrm>
            <a:off x="1453924" y="228600"/>
            <a:ext cx="6149400" cy="567600"/>
          </a:xfrm>
          <a:prstGeom prst="rect">
            <a:avLst/>
          </a:prstGeom>
        </p:spPr>
        <p:txBody>
          <a:bodyPr anchorCtr="0" anchor="t" bIns="0" lIns="91425" spcFirstLastPara="1" rIns="91425" wrap="square" tIns="0">
            <a:spAutoFit/>
          </a:bodyPr>
          <a:lstStyle>
            <a:lvl1pPr lvl="0">
              <a:lnSpc>
                <a:spcPct val="85000"/>
              </a:lnSpc>
              <a:spcBef>
                <a:spcPts val="0"/>
              </a:spcBef>
              <a:spcAft>
                <a:spcPts val="0"/>
              </a:spcAft>
              <a:buNone/>
              <a:defRPr sz="36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2" name="Google Shape;252;p19"/>
          <p:cNvSpPr txBox="1"/>
          <p:nvPr>
            <p:ph idx="4" type="title"/>
          </p:nvPr>
        </p:nvSpPr>
        <p:spPr>
          <a:xfrm>
            <a:off x="419575" y="449550"/>
            <a:ext cx="689100" cy="3936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cxnSp>
        <p:nvCxnSpPr>
          <p:cNvPr id="253" name="Google Shape;253;p19"/>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19"/>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sp>
        <p:nvSpPr>
          <p:cNvPr id="255" name="Google Shape;255;p19"/>
          <p:cNvSpPr txBox="1"/>
          <p:nvPr>
            <p:ph idx="1" type="subTitle"/>
          </p:nvPr>
        </p:nvSpPr>
        <p:spPr>
          <a:xfrm>
            <a:off x="1399375" y="3303325"/>
            <a:ext cx="3813000" cy="440100"/>
          </a:xfrm>
          <a:prstGeom prst="rect">
            <a:avLst/>
          </a:prstGeom>
        </p:spPr>
        <p:txBody>
          <a:bodyPr anchorCtr="0" anchor="t" bIns="91425" lIns="18287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56" name="Google Shape;256;p19"/>
          <p:cNvSpPr txBox="1"/>
          <p:nvPr>
            <p:ph idx="5" type="subTitle"/>
          </p:nvPr>
        </p:nvSpPr>
        <p:spPr>
          <a:xfrm>
            <a:off x="1399375" y="2581675"/>
            <a:ext cx="3813000" cy="440100"/>
          </a:xfrm>
          <a:prstGeom prst="rect">
            <a:avLst/>
          </a:prstGeom>
        </p:spPr>
        <p:txBody>
          <a:bodyPr anchorCtr="0" anchor="t" bIns="91425" lIns="182875" spcFirstLastPara="1" rIns="91425" wrap="square" tIns="182875">
            <a:noAutofit/>
          </a:bodyPr>
          <a:lstStyle>
            <a:lvl1pPr lvl="0">
              <a:spcBef>
                <a:spcPts val="0"/>
              </a:spcBef>
              <a:spcAft>
                <a:spcPts val="0"/>
              </a:spcAft>
              <a:buNone/>
              <a:defRPr>
                <a:latin typeface="Instrument Sans"/>
                <a:ea typeface="Instrument Sans"/>
                <a:cs typeface="Instrument Sans"/>
                <a:sym typeface="Instrument Sans"/>
              </a:defRPr>
            </a:lvl1pPr>
            <a:lvl2pPr lvl="1">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000"/>
              <a:buFont typeface="Instrument Sans"/>
              <a:buNone/>
              <a:defRPr sz="10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tem comparison and image">
  <p:cSld name="CUSTOM_4">
    <p:spTree>
      <p:nvGrpSpPr>
        <p:cNvPr id="257" name="Shape 257"/>
        <p:cNvGrpSpPr/>
        <p:nvPr/>
      </p:nvGrpSpPr>
      <p:grpSpPr>
        <a:xfrm>
          <a:off x="0" y="0"/>
          <a:ext cx="0" cy="0"/>
          <a:chOff x="0" y="0"/>
          <a:chExt cx="0" cy="0"/>
        </a:xfrm>
      </p:grpSpPr>
      <p:sp>
        <p:nvSpPr>
          <p:cNvPr id="258" name="Google Shape;258;p20"/>
          <p:cNvSpPr txBox="1"/>
          <p:nvPr>
            <p:ph idx="1" type="subTitle"/>
          </p:nvPr>
        </p:nvSpPr>
        <p:spPr>
          <a:xfrm>
            <a:off x="6486300" y="2590550"/>
            <a:ext cx="2540700" cy="3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9" name="Google Shape;259;p20"/>
          <p:cNvSpPr txBox="1"/>
          <p:nvPr>
            <p:ph type="title"/>
          </p:nvPr>
        </p:nvSpPr>
        <p:spPr>
          <a:xfrm>
            <a:off x="6486300" y="3039200"/>
            <a:ext cx="2540700" cy="1185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0" name="Google Shape;260;p20"/>
          <p:cNvSpPr txBox="1"/>
          <p:nvPr>
            <p:ph idx="2" type="subTitle"/>
          </p:nvPr>
        </p:nvSpPr>
        <p:spPr>
          <a:xfrm>
            <a:off x="3939525" y="2583850"/>
            <a:ext cx="2540700" cy="3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61" name="Google Shape;261;p20"/>
          <p:cNvSpPr txBox="1"/>
          <p:nvPr>
            <p:ph idx="3" type="title"/>
          </p:nvPr>
        </p:nvSpPr>
        <p:spPr>
          <a:xfrm>
            <a:off x="3942875" y="3039200"/>
            <a:ext cx="2540700" cy="1185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2" name="Google Shape;262;p20"/>
          <p:cNvSpPr txBox="1"/>
          <p:nvPr>
            <p:ph idx="4" type="subTitle"/>
          </p:nvPr>
        </p:nvSpPr>
        <p:spPr>
          <a:xfrm>
            <a:off x="136200" y="1289875"/>
            <a:ext cx="3810600" cy="532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Instrument Sans"/>
              <a:buNone/>
              <a:defRPr sz="2400">
                <a:latin typeface="Instrument Sans"/>
                <a:ea typeface="Instrument Sans"/>
                <a:cs typeface="Instrument Sans"/>
                <a:sym typeface="Instrument Sans"/>
              </a:defRPr>
            </a:lvl1pPr>
            <a:lvl2pPr lvl="1">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263" name="Google Shape;263;p20"/>
          <p:cNvSpPr txBox="1"/>
          <p:nvPr>
            <p:ph idx="5" type="title"/>
          </p:nvPr>
        </p:nvSpPr>
        <p:spPr>
          <a:xfrm>
            <a:off x="136200" y="1822150"/>
            <a:ext cx="3810600" cy="11856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400"/>
              <a:buFont typeface="Instrument Sans"/>
              <a:buNone/>
              <a:defRPr sz="14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4" name="Google Shape;264;p20"/>
          <p:cNvSpPr/>
          <p:nvPr>
            <p:ph idx="6" type="pic"/>
          </p:nvPr>
        </p:nvSpPr>
        <p:spPr>
          <a:xfrm>
            <a:off x="133925" y="0"/>
            <a:ext cx="1260300" cy="1286400"/>
          </a:xfrm>
          <a:prstGeom prst="rect">
            <a:avLst/>
          </a:prstGeom>
          <a:noFill/>
          <a:ln>
            <a:noFill/>
          </a:ln>
        </p:spPr>
      </p:sp>
      <p:sp>
        <p:nvSpPr>
          <p:cNvPr id="265" name="Google Shape;265;p20"/>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20"/>
          <p:cNvSpPr txBox="1"/>
          <p:nvPr>
            <p:ph idx="7" type="subTitle"/>
          </p:nvPr>
        </p:nvSpPr>
        <p:spPr>
          <a:xfrm>
            <a:off x="3940875" y="228600"/>
            <a:ext cx="2540700" cy="3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67" name="Google Shape;267;p20"/>
          <p:cNvSpPr txBox="1"/>
          <p:nvPr>
            <p:ph idx="8" type="title"/>
          </p:nvPr>
        </p:nvSpPr>
        <p:spPr>
          <a:xfrm>
            <a:off x="3940875" y="677250"/>
            <a:ext cx="2540700" cy="1185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268" name="Google Shape;268;p20"/>
          <p:cNvSpPr txBox="1"/>
          <p:nvPr>
            <p:ph idx="9" type="subTitle"/>
          </p:nvPr>
        </p:nvSpPr>
        <p:spPr>
          <a:xfrm>
            <a:off x="6481000" y="228600"/>
            <a:ext cx="2540700" cy="3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69" name="Google Shape;269;p20"/>
          <p:cNvSpPr txBox="1"/>
          <p:nvPr>
            <p:ph idx="13" type="title"/>
          </p:nvPr>
        </p:nvSpPr>
        <p:spPr>
          <a:xfrm>
            <a:off x="6481000" y="677250"/>
            <a:ext cx="2540700" cy="1185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2 1">
  <p:cSld name="CUSTOM_5">
    <p:spTree>
      <p:nvGrpSpPr>
        <p:cNvPr id="270" name="Shape 270"/>
        <p:cNvGrpSpPr/>
        <p:nvPr/>
      </p:nvGrpSpPr>
      <p:grpSpPr>
        <a:xfrm>
          <a:off x="0" y="0"/>
          <a:ext cx="0" cy="0"/>
          <a:chOff x="0" y="0"/>
          <a:chExt cx="0" cy="0"/>
        </a:xfrm>
      </p:grpSpPr>
      <p:sp>
        <p:nvSpPr>
          <p:cNvPr id="271" name="Google Shape;271;p21"/>
          <p:cNvSpPr txBox="1"/>
          <p:nvPr>
            <p:ph idx="1" type="body"/>
          </p:nvPr>
        </p:nvSpPr>
        <p:spPr>
          <a:xfrm>
            <a:off x="285488" y="2569932"/>
            <a:ext cx="2385000" cy="1956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pic>
        <p:nvPicPr>
          <p:cNvPr id="272" name="Google Shape;272;p21"/>
          <p:cNvPicPr preferRelativeResize="0"/>
          <p:nvPr/>
        </p:nvPicPr>
        <p:blipFill rotWithShape="1">
          <a:blip r:embed="rId2">
            <a:alphaModFix/>
          </a:blip>
          <a:srcRect b="0" l="0" r="30109" t="73622"/>
          <a:stretch/>
        </p:blipFill>
        <p:spPr>
          <a:xfrm rot="10800000">
            <a:off x="133300" y="4683125"/>
            <a:ext cx="2159200" cy="458401"/>
          </a:xfrm>
          <a:prstGeom prst="rect">
            <a:avLst/>
          </a:prstGeom>
          <a:gradFill>
            <a:gsLst>
              <a:gs pos="0">
                <a:srgbClr val="808978"/>
              </a:gs>
              <a:gs pos="0">
                <a:schemeClr val="accent4"/>
              </a:gs>
              <a:gs pos="49000">
                <a:schemeClr val="dk1"/>
              </a:gs>
              <a:gs pos="100000">
                <a:schemeClr val="dk1"/>
              </a:gs>
            </a:gsLst>
            <a:path path="circle">
              <a:fillToRect b="50%" l="50%" r="50%" t="50%"/>
            </a:path>
            <a:tileRect/>
          </a:gradFill>
          <a:ln>
            <a:noFill/>
          </a:ln>
        </p:spPr>
      </p:pic>
      <p:cxnSp>
        <p:nvCxnSpPr>
          <p:cNvPr id="273" name="Google Shape;273;p21"/>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274" name="Google Shape;274;p21"/>
          <p:cNvCxnSpPr/>
          <p:nvPr/>
        </p:nvCxnSpPr>
        <p:spPr>
          <a:xfrm>
            <a:off x="9023250" y="-600"/>
            <a:ext cx="0" cy="51447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21"/>
          <p:cNvSpPr txBox="1"/>
          <p:nvPr>
            <p:ph idx="2" type="body"/>
          </p:nvPr>
        </p:nvSpPr>
        <p:spPr>
          <a:xfrm>
            <a:off x="2827113" y="2569931"/>
            <a:ext cx="2385000" cy="1956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276" name="Google Shape;276;p21"/>
          <p:cNvSpPr txBox="1"/>
          <p:nvPr>
            <p:ph idx="3" type="body"/>
          </p:nvPr>
        </p:nvSpPr>
        <p:spPr>
          <a:xfrm>
            <a:off x="5368750" y="2579750"/>
            <a:ext cx="2378400" cy="1946700"/>
          </a:xfrm>
          <a:prstGeom prst="rect">
            <a:avLst/>
          </a:prstGeom>
        </p:spPr>
        <p:txBody>
          <a:bodyPr anchorCtr="0" anchor="t" bIns="91425" lIns="0" spcFirstLastPara="1" rIns="91425" wrap="square" tIns="91425">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277" name="Google Shape;277;p21"/>
          <p:cNvSpPr/>
          <p:nvPr>
            <p:ph idx="4" type="pic"/>
          </p:nvPr>
        </p:nvSpPr>
        <p:spPr>
          <a:xfrm>
            <a:off x="7752125" y="2584175"/>
            <a:ext cx="1266600" cy="2093700"/>
          </a:xfrm>
          <a:prstGeom prst="rect">
            <a:avLst/>
          </a:prstGeom>
          <a:noFill/>
          <a:ln>
            <a:noFill/>
          </a:ln>
        </p:spPr>
      </p:sp>
      <p:sp>
        <p:nvSpPr>
          <p:cNvPr id="278" name="Google Shape;278;p21"/>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21"/>
          <p:cNvSpPr txBox="1"/>
          <p:nvPr>
            <p:ph idx="5" type="subTitle"/>
          </p:nvPr>
        </p:nvSpPr>
        <p:spPr>
          <a:xfrm>
            <a:off x="285488" y="1897000"/>
            <a:ext cx="2385000" cy="4491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80" name="Google Shape;280;p21"/>
          <p:cNvSpPr txBox="1"/>
          <p:nvPr>
            <p:ph idx="6" type="subTitle"/>
          </p:nvPr>
        </p:nvSpPr>
        <p:spPr>
          <a:xfrm>
            <a:off x="2827113" y="1897000"/>
            <a:ext cx="2385000" cy="4491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81" name="Google Shape;281;p21"/>
          <p:cNvSpPr txBox="1"/>
          <p:nvPr>
            <p:ph idx="7" type="subTitle"/>
          </p:nvPr>
        </p:nvSpPr>
        <p:spPr>
          <a:xfrm>
            <a:off x="5368738" y="1897000"/>
            <a:ext cx="2385000" cy="4491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82" name="Google Shape;282;p21"/>
          <p:cNvSpPr txBox="1"/>
          <p:nvPr>
            <p:ph idx="8" type="subTitle"/>
          </p:nvPr>
        </p:nvSpPr>
        <p:spPr>
          <a:xfrm>
            <a:off x="407700" y="1388800"/>
            <a:ext cx="1162500" cy="3348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3" name="Google Shape;283;p21"/>
          <p:cNvSpPr txBox="1"/>
          <p:nvPr>
            <p:ph idx="9" type="subTitle"/>
          </p:nvPr>
        </p:nvSpPr>
        <p:spPr>
          <a:xfrm>
            <a:off x="2952363" y="1399625"/>
            <a:ext cx="1162500" cy="3348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4" name="Google Shape;284;p21"/>
          <p:cNvSpPr txBox="1"/>
          <p:nvPr>
            <p:ph idx="13" type="subTitle"/>
          </p:nvPr>
        </p:nvSpPr>
        <p:spPr>
          <a:xfrm>
            <a:off x="5497038" y="1399625"/>
            <a:ext cx="1162500" cy="3348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000"/>
              <a:buFont typeface="Instrument Sans"/>
              <a:buNone/>
              <a:defRPr sz="1000">
                <a:solidFill>
                  <a:schemeClr val="accent6"/>
                </a:solidFill>
                <a:latin typeface="Instrument Sans"/>
                <a:ea typeface="Instrument Sans"/>
                <a:cs typeface="Instrument Sans"/>
                <a:sym typeface="Instrument Sans"/>
              </a:defRPr>
            </a:lvl9pPr>
          </a:lstStyle>
          <a:p/>
        </p:txBody>
      </p:sp>
      <p:sp>
        <p:nvSpPr>
          <p:cNvPr id="285" name="Google Shape;285;p21"/>
          <p:cNvSpPr txBox="1"/>
          <p:nvPr>
            <p:ph type="title"/>
          </p:nvPr>
        </p:nvSpPr>
        <p:spPr>
          <a:xfrm>
            <a:off x="139700" y="228600"/>
            <a:ext cx="52425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CUSTOM_6">
    <p:spTree>
      <p:nvGrpSpPr>
        <p:cNvPr id="286" name="Shape 286"/>
        <p:cNvGrpSpPr/>
        <p:nvPr/>
      </p:nvGrpSpPr>
      <p:grpSpPr>
        <a:xfrm>
          <a:off x="0" y="0"/>
          <a:ext cx="0" cy="0"/>
          <a:chOff x="0" y="0"/>
          <a:chExt cx="0" cy="0"/>
        </a:xfrm>
      </p:grpSpPr>
      <p:sp>
        <p:nvSpPr>
          <p:cNvPr id="287" name="Google Shape;287;p22"/>
          <p:cNvSpPr txBox="1"/>
          <p:nvPr>
            <p:ph idx="1" type="subTitle"/>
          </p:nvPr>
        </p:nvSpPr>
        <p:spPr>
          <a:xfrm>
            <a:off x="2679700" y="1295400"/>
            <a:ext cx="3801300" cy="33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a:lvl1pPr>
            <a:lvl2pPr lvl="1">
              <a:spcBef>
                <a:spcPts val="0"/>
              </a:spcBef>
              <a:spcAft>
                <a:spcPts val="0"/>
              </a:spcAft>
              <a:buClr>
                <a:schemeClr val="lt1"/>
              </a:buClr>
              <a:buSzPts val="1400"/>
              <a:buFont typeface="Poppins"/>
              <a:buNone/>
              <a:defRPr>
                <a:solidFill>
                  <a:schemeClr val="lt1"/>
                </a:solidFill>
              </a:defRPr>
            </a:lvl2pPr>
            <a:lvl3pPr lvl="2">
              <a:spcBef>
                <a:spcPts val="0"/>
              </a:spcBef>
              <a:spcAft>
                <a:spcPts val="0"/>
              </a:spcAft>
              <a:buClr>
                <a:schemeClr val="lt1"/>
              </a:buClr>
              <a:buSzPts val="1400"/>
              <a:buFont typeface="Poppins"/>
              <a:buNone/>
              <a:defRPr>
                <a:solidFill>
                  <a:schemeClr val="lt1"/>
                </a:solidFill>
              </a:defRPr>
            </a:lvl3pPr>
            <a:lvl4pPr lvl="3">
              <a:spcBef>
                <a:spcPts val="0"/>
              </a:spcBef>
              <a:spcAft>
                <a:spcPts val="0"/>
              </a:spcAft>
              <a:buClr>
                <a:schemeClr val="lt1"/>
              </a:buClr>
              <a:buSzPts val="1400"/>
              <a:buFont typeface="Poppins"/>
              <a:buNone/>
              <a:defRPr>
                <a:solidFill>
                  <a:schemeClr val="lt1"/>
                </a:solidFill>
              </a:defRPr>
            </a:lvl4pPr>
            <a:lvl5pPr lvl="4">
              <a:spcBef>
                <a:spcPts val="0"/>
              </a:spcBef>
              <a:spcAft>
                <a:spcPts val="0"/>
              </a:spcAft>
              <a:buClr>
                <a:schemeClr val="lt1"/>
              </a:buClr>
              <a:buSzPts val="1400"/>
              <a:buFont typeface="Poppins"/>
              <a:buNone/>
              <a:defRPr>
                <a:solidFill>
                  <a:schemeClr val="lt1"/>
                </a:solidFill>
              </a:defRPr>
            </a:lvl5pPr>
            <a:lvl6pPr lvl="5">
              <a:spcBef>
                <a:spcPts val="0"/>
              </a:spcBef>
              <a:spcAft>
                <a:spcPts val="0"/>
              </a:spcAft>
              <a:buClr>
                <a:schemeClr val="lt1"/>
              </a:buClr>
              <a:buSzPts val="1400"/>
              <a:buFont typeface="Poppins"/>
              <a:buNone/>
              <a:defRPr>
                <a:solidFill>
                  <a:schemeClr val="lt1"/>
                </a:solidFill>
              </a:defRPr>
            </a:lvl6pPr>
            <a:lvl7pPr lvl="6">
              <a:spcBef>
                <a:spcPts val="0"/>
              </a:spcBef>
              <a:spcAft>
                <a:spcPts val="0"/>
              </a:spcAft>
              <a:buClr>
                <a:schemeClr val="lt1"/>
              </a:buClr>
              <a:buSzPts val="1400"/>
              <a:buFont typeface="Poppins"/>
              <a:buNone/>
              <a:defRPr>
                <a:solidFill>
                  <a:schemeClr val="lt1"/>
                </a:solidFill>
              </a:defRPr>
            </a:lvl7pPr>
            <a:lvl8pPr lvl="7">
              <a:spcBef>
                <a:spcPts val="0"/>
              </a:spcBef>
              <a:spcAft>
                <a:spcPts val="0"/>
              </a:spcAft>
              <a:buClr>
                <a:schemeClr val="lt1"/>
              </a:buClr>
              <a:buSzPts val="1400"/>
              <a:buFont typeface="Poppins"/>
              <a:buNone/>
              <a:defRPr>
                <a:solidFill>
                  <a:schemeClr val="lt1"/>
                </a:solidFill>
              </a:defRPr>
            </a:lvl8pPr>
            <a:lvl9pPr lvl="8">
              <a:spcBef>
                <a:spcPts val="0"/>
              </a:spcBef>
              <a:spcAft>
                <a:spcPts val="0"/>
              </a:spcAft>
              <a:buClr>
                <a:schemeClr val="lt1"/>
              </a:buClr>
              <a:buSzPts val="1400"/>
              <a:buFont typeface="Poppins"/>
              <a:buNone/>
              <a:defRPr>
                <a:solidFill>
                  <a:schemeClr val="lt1"/>
                </a:solidFill>
              </a:defRPr>
            </a:lvl9pPr>
          </a:lstStyle>
          <a:p/>
        </p:txBody>
      </p:sp>
      <p:sp>
        <p:nvSpPr>
          <p:cNvPr id="288" name="Google Shape;288;p22"/>
          <p:cNvSpPr txBox="1"/>
          <p:nvPr>
            <p:ph idx="2" type="body"/>
          </p:nvPr>
        </p:nvSpPr>
        <p:spPr>
          <a:xfrm>
            <a:off x="2679700" y="1744013"/>
            <a:ext cx="2533200" cy="846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89" name="Google Shape;289;p22"/>
          <p:cNvSpPr txBox="1"/>
          <p:nvPr>
            <p:ph idx="3" type="subTitle"/>
          </p:nvPr>
        </p:nvSpPr>
        <p:spPr>
          <a:xfrm>
            <a:off x="139700" y="2570150"/>
            <a:ext cx="2525100" cy="336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90" name="Google Shape;290;p22"/>
          <p:cNvSpPr txBox="1"/>
          <p:nvPr>
            <p:ph idx="4" type="body"/>
          </p:nvPr>
        </p:nvSpPr>
        <p:spPr>
          <a:xfrm>
            <a:off x="139700" y="3059100"/>
            <a:ext cx="2525100" cy="162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91" name="Google Shape;291;p22"/>
          <p:cNvSpPr txBox="1"/>
          <p:nvPr>
            <p:ph idx="5" type="subTitle"/>
          </p:nvPr>
        </p:nvSpPr>
        <p:spPr>
          <a:xfrm>
            <a:off x="2677600" y="2570150"/>
            <a:ext cx="2525100" cy="336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9pPr>
          </a:lstStyle>
          <a:p/>
        </p:txBody>
      </p:sp>
      <p:sp>
        <p:nvSpPr>
          <p:cNvPr id="292" name="Google Shape;292;p22"/>
          <p:cNvSpPr txBox="1"/>
          <p:nvPr>
            <p:ph idx="6" type="body"/>
          </p:nvPr>
        </p:nvSpPr>
        <p:spPr>
          <a:xfrm>
            <a:off x="2677600" y="3059100"/>
            <a:ext cx="2525100" cy="162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93" name="Google Shape;293;p22"/>
          <p:cNvSpPr txBox="1"/>
          <p:nvPr>
            <p:ph idx="7" type="subTitle"/>
          </p:nvPr>
        </p:nvSpPr>
        <p:spPr>
          <a:xfrm>
            <a:off x="5210575" y="2570150"/>
            <a:ext cx="2525100" cy="336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200"/>
              <a:buFont typeface="Instrument Sans"/>
              <a:buNone/>
              <a:defRPr sz="1200">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94" name="Google Shape;294;p22"/>
          <p:cNvSpPr txBox="1"/>
          <p:nvPr>
            <p:ph idx="8" type="body"/>
          </p:nvPr>
        </p:nvSpPr>
        <p:spPr>
          <a:xfrm>
            <a:off x="5210575" y="3059100"/>
            <a:ext cx="2525100" cy="162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6"/>
              </a:buClr>
              <a:buSzPts val="1000"/>
              <a:buFont typeface="Instrument Sans"/>
              <a:buChar char="●"/>
              <a:defRPr>
                <a:solidFill>
                  <a:schemeClr val="accent6"/>
                </a:solidFill>
              </a:defRPr>
            </a:lvl1pPr>
            <a:lvl2pPr indent="-292100" lvl="1" marL="914400">
              <a:spcBef>
                <a:spcPts val="0"/>
              </a:spcBef>
              <a:spcAft>
                <a:spcPts val="0"/>
              </a:spcAft>
              <a:buClr>
                <a:schemeClr val="accent6"/>
              </a:buClr>
              <a:buSzPts val="1000"/>
              <a:buFont typeface="Instrument Sans"/>
              <a:buChar char="○"/>
              <a:defRPr>
                <a:solidFill>
                  <a:schemeClr val="accent6"/>
                </a:solidFill>
              </a:defRPr>
            </a:lvl2pPr>
            <a:lvl3pPr indent="-292100" lvl="2" marL="1371600">
              <a:spcBef>
                <a:spcPts val="0"/>
              </a:spcBef>
              <a:spcAft>
                <a:spcPts val="0"/>
              </a:spcAft>
              <a:buClr>
                <a:schemeClr val="accent6"/>
              </a:buClr>
              <a:buSzPts val="1000"/>
              <a:buFont typeface="Instrument Sans"/>
              <a:buChar char="■"/>
              <a:defRPr>
                <a:solidFill>
                  <a:schemeClr val="accent6"/>
                </a:solidFill>
              </a:defRPr>
            </a:lvl3pPr>
            <a:lvl4pPr indent="-292100" lvl="3" marL="1828800">
              <a:spcBef>
                <a:spcPts val="0"/>
              </a:spcBef>
              <a:spcAft>
                <a:spcPts val="0"/>
              </a:spcAft>
              <a:buClr>
                <a:schemeClr val="accent6"/>
              </a:buClr>
              <a:buSzPts val="1000"/>
              <a:buFont typeface="Instrument Sans"/>
              <a:buChar char="●"/>
              <a:defRPr>
                <a:solidFill>
                  <a:schemeClr val="accent6"/>
                </a:solidFill>
              </a:defRPr>
            </a:lvl4pPr>
            <a:lvl5pPr indent="-292100" lvl="4" marL="2286000">
              <a:spcBef>
                <a:spcPts val="0"/>
              </a:spcBef>
              <a:spcAft>
                <a:spcPts val="0"/>
              </a:spcAft>
              <a:buClr>
                <a:schemeClr val="accent6"/>
              </a:buClr>
              <a:buSzPts val="1000"/>
              <a:buFont typeface="Instrument Sans"/>
              <a:buChar char="○"/>
              <a:defRPr>
                <a:solidFill>
                  <a:schemeClr val="accent6"/>
                </a:solidFill>
              </a:defRPr>
            </a:lvl5pPr>
            <a:lvl6pPr indent="-292100" lvl="5" marL="2743200">
              <a:spcBef>
                <a:spcPts val="0"/>
              </a:spcBef>
              <a:spcAft>
                <a:spcPts val="0"/>
              </a:spcAft>
              <a:buClr>
                <a:schemeClr val="accent6"/>
              </a:buClr>
              <a:buSzPts val="1000"/>
              <a:buFont typeface="Instrument Sans"/>
              <a:buChar char="■"/>
              <a:defRPr>
                <a:solidFill>
                  <a:schemeClr val="accent6"/>
                </a:solidFill>
              </a:defRPr>
            </a:lvl6pPr>
            <a:lvl7pPr indent="-292100" lvl="6" marL="3200400">
              <a:spcBef>
                <a:spcPts val="0"/>
              </a:spcBef>
              <a:spcAft>
                <a:spcPts val="0"/>
              </a:spcAft>
              <a:buClr>
                <a:schemeClr val="accent6"/>
              </a:buClr>
              <a:buSzPts val="1000"/>
              <a:buFont typeface="Instrument Sans"/>
              <a:buChar char="●"/>
              <a:defRPr>
                <a:solidFill>
                  <a:schemeClr val="accent6"/>
                </a:solidFill>
              </a:defRPr>
            </a:lvl7pPr>
            <a:lvl8pPr indent="-292100" lvl="7" marL="3657600">
              <a:spcBef>
                <a:spcPts val="0"/>
              </a:spcBef>
              <a:spcAft>
                <a:spcPts val="0"/>
              </a:spcAft>
              <a:buClr>
                <a:schemeClr val="accent6"/>
              </a:buClr>
              <a:buSzPts val="1000"/>
              <a:buFont typeface="Instrument Sans"/>
              <a:buChar char="○"/>
              <a:defRPr>
                <a:solidFill>
                  <a:schemeClr val="accent6"/>
                </a:solidFill>
              </a:defRPr>
            </a:lvl8pPr>
            <a:lvl9pPr indent="-292100" lvl="8" marL="4114800">
              <a:spcBef>
                <a:spcPts val="0"/>
              </a:spcBef>
              <a:spcAft>
                <a:spcPts val="0"/>
              </a:spcAft>
              <a:buClr>
                <a:schemeClr val="accent6"/>
              </a:buClr>
              <a:buSzPts val="1000"/>
              <a:buFont typeface="Instrument Sans"/>
              <a:buChar char="■"/>
              <a:defRPr>
                <a:solidFill>
                  <a:schemeClr val="accent6"/>
                </a:solidFill>
              </a:defRPr>
            </a:lvl9pPr>
          </a:lstStyle>
          <a:p/>
        </p:txBody>
      </p:sp>
      <p:sp>
        <p:nvSpPr>
          <p:cNvPr id="295" name="Google Shape;295;p22"/>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22"/>
          <p:cNvSpPr/>
          <p:nvPr>
            <p:ph idx="9" type="pic"/>
          </p:nvPr>
        </p:nvSpPr>
        <p:spPr>
          <a:xfrm>
            <a:off x="133525" y="1298275"/>
            <a:ext cx="2531400" cy="1278000"/>
          </a:xfrm>
          <a:prstGeom prst="rect">
            <a:avLst/>
          </a:prstGeom>
          <a:noFill/>
          <a:ln>
            <a:noFill/>
          </a:ln>
        </p:spPr>
      </p:sp>
      <p:sp>
        <p:nvSpPr>
          <p:cNvPr id="297" name="Google Shape;297;p22"/>
          <p:cNvSpPr txBox="1"/>
          <p:nvPr>
            <p:ph type="title"/>
          </p:nvPr>
        </p:nvSpPr>
        <p:spPr>
          <a:xfrm>
            <a:off x="139700" y="228600"/>
            <a:ext cx="5079300" cy="1062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10">
    <p:spTree>
      <p:nvGrpSpPr>
        <p:cNvPr id="298" name="Shape 298"/>
        <p:cNvGrpSpPr/>
        <p:nvPr/>
      </p:nvGrpSpPr>
      <p:grpSpPr>
        <a:xfrm>
          <a:off x="0" y="0"/>
          <a:ext cx="0" cy="0"/>
          <a:chOff x="0" y="0"/>
          <a:chExt cx="0" cy="0"/>
        </a:xfrm>
      </p:grpSpPr>
      <p:sp>
        <p:nvSpPr>
          <p:cNvPr id="299" name="Google Shape;299;p23"/>
          <p:cNvSpPr txBox="1"/>
          <p:nvPr>
            <p:ph idx="1" type="body"/>
          </p:nvPr>
        </p:nvSpPr>
        <p:spPr>
          <a:xfrm>
            <a:off x="134950" y="3008128"/>
            <a:ext cx="2525100" cy="853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00" name="Google Shape;300;p23"/>
          <p:cNvSpPr txBox="1"/>
          <p:nvPr>
            <p:ph idx="2" type="body"/>
          </p:nvPr>
        </p:nvSpPr>
        <p:spPr>
          <a:xfrm>
            <a:off x="5215900" y="3008128"/>
            <a:ext cx="2525100" cy="853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800"/>
              </a:spcBef>
              <a:spcAft>
                <a:spcPts val="0"/>
              </a:spcAft>
              <a:buClr>
                <a:schemeClr val="lt1"/>
              </a:buClr>
              <a:buSzPts val="1000"/>
              <a:buFont typeface="Instrument Sans"/>
              <a:buChar char="○"/>
              <a:defRPr/>
            </a:lvl2pPr>
            <a:lvl3pPr indent="-292100" lvl="2" marL="1371600">
              <a:spcBef>
                <a:spcPts val="800"/>
              </a:spcBef>
              <a:spcAft>
                <a:spcPts val="0"/>
              </a:spcAft>
              <a:buClr>
                <a:schemeClr val="lt1"/>
              </a:buClr>
              <a:buSzPts val="1000"/>
              <a:buFont typeface="Instrument Sans"/>
              <a:buChar char="■"/>
              <a:defRPr/>
            </a:lvl3pPr>
            <a:lvl4pPr indent="-292100" lvl="3" marL="1828800">
              <a:spcBef>
                <a:spcPts val="800"/>
              </a:spcBef>
              <a:spcAft>
                <a:spcPts val="0"/>
              </a:spcAft>
              <a:buClr>
                <a:schemeClr val="lt1"/>
              </a:buClr>
              <a:buSzPts val="1000"/>
              <a:buFont typeface="Instrument Sans"/>
              <a:buChar char="●"/>
              <a:defRPr/>
            </a:lvl4pPr>
            <a:lvl5pPr indent="-292100" lvl="4" marL="2286000">
              <a:spcBef>
                <a:spcPts val="800"/>
              </a:spcBef>
              <a:spcAft>
                <a:spcPts val="0"/>
              </a:spcAft>
              <a:buClr>
                <a:schemeClr val="lt1"/>
              </a:buClr>
              <a:buSzPts val="1000"/>
              <a:buFont typeface="Instrument Sans"/>
              <a:buChar char="○"/>
              <a:defRPr/>
            </a:lvl5pPr>
            <a:lvl6pPr indent="-292100" lvl="5" marL="2743200">
              <a:spcBef>
                <a:spcPts val="800"/>
              </a:spcBef>
              <a:spcAft>
                <a:spcPts val="0"/>
              </a:spcAft>
              <a:buClr>
                <a:schemeClr val="lt1"/>
              </a:buClr>
              <a:buSzPts val="1000"/>
              <a:buFont typeface="Instrument Sans"/>
              <a:buChar char="■"/>
              <a:defRPr/>
            </a:lvl6pPr>
            <a:lvl7pPr indent="-292100" lvl="6" marL="3200400">
              <a:spcBef>
                <a:spcPts val="800"/>
              </a:spcBef>
              <a:spcAft>
                <a:spcPts val="0"/>
              </a:spcAft>
              <a:buClr>
                <a:schemeClr val="lt1"/>
              </a:buClr>
              <a:buSzPts val="1000"/>
              <a:buFont typeface="Instrument Sans"/>
              <a:buChar char="●"/>
              <a:defRPr/>
            </a:lvl7pPr>
            <a:lvl8pPr indent="-292100" lvl="7" marL="3657600">
              <a:spcBef>
                <a:spcPts val="800"/>
              </a:spcBef>
              <a:spcAft>
                <a:spcPts val="0"/>
              </a:spcAft>
              <a:buClr>
                <a:schemeClr val="lt1"/>
              </a:buClr>
              <a:buSzPts val="1000"/>
              <a:buFont typeface="Instrument Sans"/>
              <a:buChar char="○"/>
              <a:defRPr/>
            </a:lvl8pPr>
            <a:lvl9pPr indent="-292100" lvl="8" marL="4114800">
              <a:spcBef>
                <a:spcPts val="800"/>
              </a:spcBef>
              <a:spcAft>
                <a:spcPts val="800"/>
              </a:spcAft>
              <a:buClr>
                <a:schemeClr val="lt1"/>
              </a:buClr>
              <a:buSzPts val="1000"/>
              <a:buFont typeface="Instrument Sans"/>
              <a:buChar char="■"/>
              <a:defRPr/>
            </a:lvl9pPr>
          </a:lstStyle>
          <a:p/>
        </p:txBody>
      </p:sp>
      <p:sp>
        <p:nvSpPr>
          <p:cNvPr id="301" name="Google Shape;301;p23"/>
          <p:cNvSpPr txBox="1"/>
          <p:nvPr>
            <p:ph idx="3" type="body"/>
          </p:nvPr>
        </p:nvSpPr>
        <p:spPr>
          <a:xfrm>
            <a:off x="2677225" y="1811100"/>
            <a:ext cx="2525100" cy="769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02" name="Google Shape;302;p23"/>
          <p:cNvSpPr txBox="1"/>
          <p:nvPr>
            <p:ph idx="4" type="body"/>
          </p:nvPr>
        </p:nvSpPr>
        <p:spPr>
          <a:xfrm>
            <a:off x="2677600" y="3008128"/>
            <a:ext cx="2525100" cy="853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03" name="Google Shape;303;p23"/>
          <p:cNvSpPr txBox="1"/>
          <p:nvPr>
            <p:ph idx="5" type="subTitle"/>
          </p:nvPr>
        </p:nvSpPr>
        <p:spPr>
          <a:xfrm>
            <a:off x="2672800" y="3858600"/>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04" name="Google Shape;304;p23"/>
          <p:cNvSpPr txBox="1"/>
          <p:nvPr>
            <p:ph idx="6" type="subTitle"/>
          </p:nvPr>
        </p:nvSpPr>
        <p:spPr>
          <a:xfrm>
            <a:off x="2672800" y="4301624"/>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05" name="Google Shape;305;p23"/>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23"/>
          <p:cNvSpPr txBox="1"/>
          <p:nvPr>
            <p:ph idx="7"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23"/>
          <p:cNvSpPr txBox="1"/>
          <p:nvPr>
            <p:ph type="title"/>
          </p:nvPr>
        </p:nvSpPr>
        <p:spPr>
          <a:xfrm>
            <a:off x="139700" y="228600"/>
            <a:ext cx="5079300" cy="1062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308" name="Google Shape;308;p23"/>
          <p:cNvSpPr/>
          <p:nvPr>
            <p:ph idx="8" type="pic"/>
          </p:nvPr>
        </p:nvSpPr>
        <p:spPr>
          <a:xfrm>
            <a:off x="134350" y="1295850"/>
            <a:ext cx="2529300" cy="1277400"/>
          </a:xfrm>
          <a:prstGeom prst="rect">
            <a:avLst/>
          </a:prstGeom>
          <a:noFill/>
          <a:ln>
            <a:noFill/>
          </a:ln>
        </p:spPr>
      </p:sp>
      <p:sp>
        <p:nvSpPr>
          <p:cNvPr id="309" name="Google Shape;309;p23"/>
          <p:cNvSpPr txBox="1"/>
          <p:nvPr>
            <p:ph idx="9" type="subTitle"/>
          </p:nvPr>
        </p:nvSpPr>
        <p:spPr>
          <a:xfrm>
            <a:off x="5211100" y="1295400"/>
            <a:ext cx="2538300" cy="1277400"/>
          </a:xfrm>
          <a:prstGeom prst="rect">
            <a:avLst/>
          </a:prstGeom>
        </p:spPr>
        <p:txBody>
          <a:bodyPr anchorCtr="0" anchor="t" bIns="91425" lIns="182875" spcFirstLastPara="1" rIns="91425" wrap="square" tIns="182875">
            <a:noAutofit/>
          </a:bodyPr>
          <a:lstStyle>
            <a:lvl1pPr lvl="0">
              <a:spcBef>
                <a:spcPts val="0"/>
              </a:spcBef>
              <a:spcAft>
                <a:spcPts val="0"/>
              </a:spcAft>
              <a:buClr>
                <a:schemeClr val="lt1"/>
              </a:buClr>
              <a:buSzPts val="1400"/>
              <a:buFont typeface="Poppins"/>
              <a:buNone/>
              <a:defRPr/>
            </a:lvl1pPr>
            <a:lvl2pPr lvl="1">
              <a:spcBef>
                <a:spcPts val="0"/>
              </a:spcBef>
              <a:spcAft>
                <a:spcPts val="0"/>
              </a:spcAft>
              <a:buClr>
                <a:schemeClr val="lt1"/>
              </a:buClr>
              <a:buSzPts val="1400"/>
              <a:buFont typeface="Poppins"/>
              <a:buNone/>
              <a:defRPr>
                <a:solidFill>
                  <a:schemeClr val="lt1"/>
                </a:solidFill>
              </a:defRPr>
            </a:lvl2pPr>
            <a:lvl3pPr lvl="2">
              <a:spcBef>
                <a:spcPts val="0"/>
              </a:spcBef>
              <a:spcAft>
                <a:spcPts val="0"/>
              </a:spcAft>
              <a:buClr>
                <a:schemeClr val="lt1"/>
              </a:buClr>
              <a:buSzPts val="1400"/>
              <a:buFont typeface="Poppins"/>
              <a:buNone/>
              <a:defRPr>
                <a:solidFill>
                  <a:schemeClr val="lt1"/>
                </a:solidFill>
              </a:defRPr>
            </a:lvl3pPr>
            <a:lvl4pPr lvl="3">
              <a:spcBef>
                <a:spcPts val="0"/>
              </a:spcBef>
              <a:spcAft>
                <a:spcPts val="0"/>
              </a:spcAft>
              <a:buClr>
                <a:schemeClr val="lt1"/>
              </a:buClr>
              <a:buSzPts val="1400"/>
              <a:buFont typeface="Poppins"/>
              <a:buNone/>
              <a:defRPr>
                <a:solidFill>
                  <a:schemeClr val="lt1"/>
                </a:solidFill>
              </a:defRPr>
            </a:lvl4pPr>
            <a:lvl5pPr lvl="4">
              <a:spcBef>
                <a:spcPts val="0"/>
              </a:spcBef>
              <a:spcAft>
                <a:spcPts val="0"/>
              </a:spcAft>
              <a:buClr>
                <a:schemeClr val="lt1"/>
              </a:buClr>
              <a:buSzPts val="1400"/>
              <a:buFont typeface="Poppins"/>
              <a:buNone/>
              <a:defRPr>
                <a:solidFill>
                  <a:schemeClr val="lt1"/>
                </a:solidFill>
              </a:defRPr>
            </a:lvl5pPr>
            <a:lvl6pPr lvl="5">
              <a:spcBef>
                <a:spcPts val="0"/>
              </a:spcBef>
              <a:spcAft>
                <a:spcPts val="0"/>
              </a:spcAft>
              <a:buClr>
                <a:schemeClr val="lt1"/>
              </a:buClr>
              <a:buSzPts val="1400"/>
              <a:buFont typeface="Poppins"/>
              <a:buNone/>
              <a:defRPr>
                <a:solidFill>
                  <a:schemeClr val="lt1"/>
                </a:solidFill>
              </a:defRPr>
            </a:lvl6pPr>
            <a:lvl7pPr lvl="6">
              <a:spcBef>
                <a:spcPts val="0"/>
              </a:spcBef>
              <a:spcAft>
                <a:spcPts val="0"/>
              </a:spcAft>
              <a:buClr>
                <a:schemeClr val="lt1"/>
              </a:buClr>
              <a:buSzPts val="1400"/>
              <a:buFont typeface="Poppins"/>
              <a:buNone/>
              <a:defRPr>
                <a:solidFill>
                  <a:schemeClr val="lt1"/>
                </a:solidFill>
              </a:defRPr>
            </a:lvl7pPr>
            <a:lvl8pPr lvl="7">
              <a:spcBef>
                <a:spcPts val="0"/>
              </a:spcBef>
              <a:spcAft>
                <a:spcPts val="0"/>
              </a:spcAft>
              <a:buClr>
                <a:schemeClr val="lt1"/>
              </a:buClr>
              <a:buSzPts val="1400"/>
              <a:buFont typeface="Poppins"/>
              <a:buNone/>
              <a:defRPr>
                <a:solidFill>
                  <a:schemeClr val="lt1"/>
                </a:solidFill>
              </a:defRPr>
            </a:lvl8pPr>
            <a:lvl9pPr lvl="8">
              <a:spcBef>
                <a:spcPts val="0"/>
              </a:spcBef>
              <a:spcAft>
                <a:spcPts val="0"/>
              </a:spcAft>
              <a:buClr>
                <a:schemeClr val="lt1"/>
              </a:buClr>
              <a:buSzPts val="1400"/>
              <a:buFont typeface="Poppins"/>
              <a:buNone/>
              <a:defRPr>
                <a:solidFill>
                  <a:schemeClr val="lt1"/>
                </a:solidFill>
              </a:defRPr>
            </a:lvl9pPr>
          </a:lstStyle>
          <a:p/>
        </p:txBody>
      </p:sp>
      <p:sp>
        <p:nvSpPr>
          <p:cNvPr id="310" name="Google Shape;310;p23"/>
          <p:cNvSpPr txBox="1"/>
          <p:nvPr>
            <p:ph idx="13" type="subTitle"/>
          </p:nvPr>
        </p:nvSpPr>
        <p:spPr>
          <a:xfrm>
            <a:off x="2672800" y="1295400"/>
            <a:ext cx="2538300" cy="351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a:lvl1pPr>
            <a:lvl2pPr lvl="1">
              <a:spcBef>
                <a:spcPts val="0"/>
              </a:spcBef>
              <a:spcAft>
                <a:spcPts val="0"/>
              </a:spcAft>
              <a:buClr>
                <a:schemeClr val="lt1"/>
              </a:buClr>
              <a:buSzPts val="1400"/>
              <a:buFont typeface="Poppins"/>
              <a:buNone/>
              <a:defRPr>
                <a:solidFill>
                  <a:schemeClr val="lt1"/>
                </a:solidFill>
              </a:defRPr>
            </a:lvl2pPr>
            <a:lvl3pPr lvl="2">
              <a:spcBef>
                <a:spcPts val="0"/>
              </a:spcBef>
              <a:spcAft>
                <a:spcPts val="0"/>
              </a:spcAft>
              <a:buClr>
                <a:schemeClr val="lt1"/>
              </a:buClr>
              <a:buSzPts val="1400"/>
              <a:buFont typeface="Poppins"/>
              <a:buNone/>
              <a:defRPr>
                <a:solidFill>
                  <a:schemeClr val="lt1"/>
                </a:solidFill>
              </a:defRPr>
            </a:lvl3pPr>
            <a:lvl4pPr lvl="3">
              <a:spcBef>
                <a:spcPts val="0"/>
              </a:spcBef>
              <a:spcAft>
                <a:spcPts val="0"/>
              </a:spcAft>
              <a:buClr>
                <a:schemeClr val="lt1"/>
              </a:buClr>
              <a:buSzPts val="1400"/>
              <a:buFont typeface="Poppins"/>
              <a:buNone/>
              <a:defRPr>
                <a:solidFill>
                  <a:schemeClr val="lt1"/>
                </a:solidFill>
              </a:defRPr>
            </a:lvl4pPr>
            <a:lvl5pPr lvl="4">
              <a:spcBef>
                <a:spcPts val="0"/>
              </a:spcBef>
              <a:spcAft>
                <a:spcPts val="0"/>
              </a:spcAft>
              <a:buClr>
                <a:schemeClr val="lt1"/>
              </a:buClr>
              <a:buSzPts val="1400"/>
              <a:buFont typeface="Poppins"/>
              <a:buNone/>
              <a:defRPr>
                <a:solidFill>
                  <a:schemeClr val="lt1"/>
                </a:solidFill>
              </a:defRPr>
            </a:lvl5pPr>
            <a:lvl6pPr lvl="5">
              <a:spcBef>
                <a:spcPts val="0"/>
              </a:spcBef>
              <a:spcAft>
                <a:spcPts val="0"/>
              </a:spcAft>
              <a:buClr>
                <a:schemeClr val="lt1"/>
              </a:buClr>
              <a:buSzPts val="1400"/>
              <a:buFont typeface="Poppins"/>
              <a:buNone/>
              <a:defRPr>
                <a:solidFill>
                  <a:schemeClr val="lt1"/>
                </a:solidFill>
              </a:defRPr>
            </a:lvl6pPr>
            <a:lvl7pPr lvl="6">
              <a:spcBef>
                <a:spcPts val="0"/>
              </a:spcBef>
              <a:spcAft>
                <a:spcPts val="0"/>
              </a:spcAft>
              <a:buClr>
                <a:schemeClr val="lt1"/>
              </a:buClr>
              <a:buSzPts val="1400"/>
              <a:buFont typeface="Poppins"/>
              <a:buNone/>
              <a:defRPr>
                <a:solidFill>
                  <a:schemeClr val="lt1"/>
                </a:solidFill>
              </a:defRPr>
            </a:lvl7pPr>
            <a:lvl8pPr lvl="7">
              <a:spcBef>
                <a:spcPts val="0"/>
              </a:spcBef>
              <a:spcAft>
                <a:spcPts val="0"/>
              </a:spcAft>
              <a:buClr>
                <a:schemeClr val="lt1"/>
              </a:buClr>
              <a:buSzPts val="1400"/>
              <a:buFont typeface="Poppins"/>
              <a:buNone/>
              <a:defRPr>
                <a:solidFill>
                  <a:schemeClr val="lt1"/>
                </a:solidFill>
              </a:defRPr>
            </a:lvl8pPr>
            <a:lvl9pPr lvl="8">
              <a:spcBef>
                <a:spcPts val="0"/>
              </a:spcBef>
              <a:spcAft>
                <a:spcPts val="0"/>
              </a:spcAft>
              <a:buClr>
                <a:schemeClr val="lt1"/>
              </a:buClr>
              <a:buSzPts val="1400"/>
              <a:buFont typeface="Poppins"/>
              <a:buNone/>
              <a:defRPr>
                <a:solidFill>
                  <a:schemeClr val="lt1"/>
                </a:solidFill>
              </a:defRPr>
            </a:lvl9pPr>
          </a:lstStyle>
          <a:p/>
        </p:txBody>
      </p:sp>
      <p:sp>
        <p:nvSpPr>
          <p:cNvPr id="311" name="Google Shape;311;p23"/>
          <p:cNvSpPr txBox="1"/>
          <p:nvPr>
            <p:ph idx="14" type="subTitle"/>
          </p:nvPr>
        </p:nvSpPr>
        <p:spPr>
          <a:xfrm>
            <a:off x="2672800" y="2577000"/>
            <a:ext cx="2538300" cy="351600"/>
          </a:xfrm>
          <a:prstGeom prst="rect">
            <a:avLst/>
          </a:prstGeom>
        </p:spPr>
        <p:txBody>
          <a:bodyPr anchorCtr="0" anchor="t" bIns="0" lIns="91425" spcFirstLastPara="1" rIns="91425" wrap="square" tIns="91425">
            <a:noAutofit/>
          </a:bodyPr>
          <a:lstStyle>
            <a:lvl1pPr lvl="0">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12" name="Google Shape;312;p23"/>
          <p:cNvSpPr txBox="1"/>
          <p:nvPr>
            <p:ph idx="15" type="subTitle"/>
          </p:nvPr>
        </p:nvSpPr>
        <p:spPr>
          <a:xfrm>
            <a:off x="130150" y="2577000"/>
            <a:ext cx="2538300" cy="351600"/>
          </a:xfrm>
          <a:prstGeom prst="rect">
            <a:avLst/>
          </a:prstGeom>
        </p:spPr>
        <p:txBody>
          <a:bodyPr anchorCtr="0" anchor="t" bIns="0" lIns="91425" spcFirstLastPara="1" rIns="91425" wrap="square" tIns="91425">
            <a:noAutofit/>
          </a:bodyPr>
          <a:lstStyle>
            <a:lvl1pPr lvl="0">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13" name="Google Shape;313;p23"/>
          <p:cNvSpPr txBox="1"/>
          <p:nvPr>
            <p:ph idx="16" type="subTitle"/>
          </p:nvPr>
        </p:nvSpPr>
        <p:spPr>
          <a:xfrm>
            <a:off x="5211100" y="2577000"/>
            <a:ext cx="2538300" cy="351600"/>
          </a:xfrm>
          <a:prstGeom prst="rect">
            <a:avLst/>
          </a:prstGeom>
        </p:spPr>
        <p:txBody>
          <a:bodyPr anchorCtr="0" anchor="t" bIns="0" lIns="91425" spcFirstLastPara="1" rIns="91425" wrap="square" tIns="91425">
            <a:noAutofit/>
          </a:bodyPr>
          <a:lstStyle>
            <a:lvl1pPr lvl="0">
              <a:spcBef>
                <a:spcPts val="0"/>
              </a:spcBef>
              <a:spcAft>
                <a:spcPts val="0"/>
              </a:spcAft>
              <a:buClr>
                <a:schemeClr val="lt1"/>
              </a:buClr>
              <a:buSzPts val="1400"/>
              <a:buFont typeface="Poppins"/>
              <a:buNone/>
              <a:defRPr b="1" sz="1000">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14" name="Google Shape;314;p23"/>
          <p:cNvSpPr txBox="1"/>
          <p:nvPr>
            <p:ph idx="17" type="subTitle"/>
          </p:nvPr>
        </p:nvSpPr>
        <p:spPr>
          <a:xfrm>
            <a:off x="139700" y="3858600"/>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5" name="Google Shape;315;p23"/>
          <p:cNvSpPr txBox="1"/>
          <p:nvPr>
            <p:ph idx="18" type="subTitle"/>
          </p:nvPr>
        </p:nvSpPr>
        <p:spPr>
          <a:xfrm>
            <a:off x="139700" y="4301624"/>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6" name="Google Shape;316;p23"/>
          <p:cNvSpPr txBox="1"/>
          <p:nvPr>
            <p:ph idx="19" type="subTitle"/>
          </p:nvPr>
        </p:nvSpPr>
        <p:spPr>
          <a:xfrm>
            <a:off x="5220250" y="3858600"/>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17" name="Google Shape;317;p23"/>
          <p:cNvSpPr txBox="1"/>
          <p:nvPr>
            <p:ph idx="20" type="subTitle"/>
          </p:nvPr>
        </p:nvSpPr>
        <p:spPr>
          <a:xfrm>
            <a:off x="5220250" y="4301624"/>
            <a:ext cx="2538300" cy="277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1">
  <p:cSld name="CUSTOM_11">
    <p:spTree>
      <p:nvGrpSpPr>
        <p:cNvPr id="318" name="Shape 318"/>
        <p:cNvGrpSpPr/>
        <p:nvPr/>
      </p:nvGrpSpPr>
      <p:grpSpPr>
        <a:xfrm>
          <a:off x="0" y="0"/>
          <a:ext cx="0" cy="0"/>
          <a:chOff x="0" y="0"/>
          <a:chExt cx="0" cy="0"/>
        </a:xfrm>
      </p:grpSpPr>
      <p:sp>
        <p:nvSpPr>
          <p:cNvPr id="319" name="Google Shape;319;p24"/>
          <p:cNvSpPr txBox="1"/>
          <p:nvPr>
            <p:ph idx="1" type="body"/>
          </p:nvPr>
        </p:nvSpPr>
        <p:spPr>
          <a:xfrm>
            <a:off x="284550" y="2579575"/>
            <a:ext cx="3655500" cy="1288200"/>
          </a:xfrm>
          <a:prstGeom prst="rect">
            <a:avLst/>
          </a:prstGeom>
        </p:spPr>
        <p:txBody>
          <a:bodyPr anchorCtr="0" anchor="t" bIns="91425" lIns="91425" spcFirstLastPara="1" rIns="91425" wrap="square" tIns="91425">
            <a:noAutofit/>
          </a:bodyPr>
          <a:lstStyle>
            <a:lvl1pPr indent="-292100" lvl="0" marL="457200">
              <a:lnSpc>
                <a:spcPct val="150000"/>
              </a:lnSpc>
              <a:spcBef>
                <a:spcPts val="0"/>
              </a:spcBef>
              <a:spcAft>
                <a:spcPts val="0"/>
              </a:spcAft>
              <a:buClr>
                <a:schemeClr val="lt1"/>
              </a:buClr>
              <a:buSzPts val="1000"/>
              <a:buFont typeface="Instrument Sans"/>
              <a:buChar char="●"/>
              <a:defRPr/>
            </a:lvl1pPr>
            <a:lvl2pPr indent="-292100" lvl="1" marL="914400">
              <a:lnSpc>
                <a:spcPct val="150000"/>
              </a:lnSpc>
              <a:spcBef>
                <a:spcPts val="0"/>
              </a:spcBef>
              <a:spcAft>
                <a:spcPts val="0"/>
              </a:spcAft>
              <a:buClr>
                <a:schemeClr val="lt1"/>
              </a:buClr>
              <a:buSzPts val="1000"/>
              <a:buFont typeface="Instrument Sans"/>
              <a:buChar char="○"/>
              <a:defRPr/>
            </a:lvl2pPr>
            <a:lvl3pPr indent="-292100" lvl="2" marL="1371600">
              <a:lnSpc>
                <a:spcPct val="150000"/>
              </a:lnSpc>
              <a:spcBef>
                <a:spcPts val="0"/>
              </a:spcBef>
              <a:spcAft>
                <a:spcPts val="0"/>
              </a:spcAft>
              <a:buClr>
                <a:schemeClr val="lt1"/>
              </a:buClr>
              <a:buSzPts val="1000"/>
              <a:buFont typeface="Instrument Sans"/>
              <a:buChar char="■"/>
              <a:defRPr/>
            </a:lvl3pPr>
            <a:lvl4pPr indent="-292100" lvl="3" marL="1828800">
              <a:lnSpc>
                <a:spcPct val="150000"/>
              </a:lnSpc>
              <a:spcBef>
                <a:spcPts val="0"/>
              </a:spcBef>
              <a:spcAft>
                <a:spcPts val="0"/>
              </a:spcAft>
              <a:buClr>
                <a:schemeClr val="lt1"/>
              </a:buClr>
              <a:buSzPts val="1000"/>
              <a:buFont typeface="Instrument Sans"/>
              <a:buChar char="●"/>
              <a:defRPr/>
            </a:lvl4pPr>
            <a:lvl5pPr indent="-292100" lvl="4" marL="2286000">
              <a:lnSpc>
                <a:spcPct val="150000"/>
              </a:lnSpc>
              <a:spcBef>
                <a:spcPts val="0"/>
              </a:spcBef>
              <a:spcAft>
                <a:spcPts val="0"/>
              </a:spcAft>
              <a:buClr>
                <a:schemeClr val="lt1"/>
              </a:buClr>
              <a:buSzPts val="1000"/>
              <a:buFont typeface="Instrument Sans"/>
              <a:buChar char="○"/>
              <a:defRPr/>
            </a:lvl5pPr>
            <a:lvl6pPr indent="-292100" lvl="5" marL="2743200">
              <a:lnSpc>
                <a:spcPct val="150000"/>
              </a:lnSpc>
              <a:spcBef>
                <a:spcPts val="0"/>
              </a:spcBef>
              <a:spcAft>
                <a:spcPts val="0"/>
              </a:spcAft>
              <a:buClr>
                <a:schemeClr val="lt1"/>
              </a:buClr>
              <a:buSzPts val="1000"/>
              <a:buFont typeface="Instrument Sans"/>
              <a:buChar char="■"/>
              <a:defRPr/>
            </a:lvl6pPr>
            <a:lvl7pPr indent="-292100" lvl="6" marL="3200400">
              <a:lnSpc>
                <a:spcPct val="150000"/>
              </a:lnSpc>
              <a:spcBef>
                <a:spcPts val="0"/>
              </a:spcBef>
              <a:spcAft>
                <a:spcPts val="0"/>
              </a:spcAft>
              <a:buClr>
                <a:schemeClr val="lt1"/>
              </a:buClr>
              <a:buSzPts val="1000"/>
              <a:buFont typeface="Instrument Sans"/>
              <a:buChar char="●"/>
              <a:defRPr/>
            </a:lvl7pPr>
            <a:lvl8pPr indent="-292100" lvl="7" marL="3657600">
              <a:lnSpc>
                <a:spcPct val="150000"/>
              </a:lnSpc>
              <a:spcBef>
                <a:spcPts val="0"/>
              </a:spcBef>
              <a:spcAft>
                <a:spcPts val="0"/>
              </a:spcAft>
              <a:buClr>
                <a:schemeClr val="lt1"/>
              </a:buClr>
              <a:buSzPts val="1000"/>
              <a:buFont typeface="Instrument Sans"/>
              <a:buChar char="○"/>
              <a:defRPr/>
            </a:lvl8pPr>
            <a:lvl9pPr indent="-292100" lvl="8" marL="4114800">
              <a:lnSpc>
                <a:spcPct val="150000"/>
              </a:lnSpc>
              <a:spcBef>
                <a:spcPts val="0"/>
              </a:spcBef>
              <a:spcAft>
                <a:spcPts val="0"/>
              </a:spcAft>
              <a:buClr>
                <a:schemeClr val="lt1"/>
              </a:buClr>
              <a:buSzPts val="1000"/>
              <a:buFont typeface="Instrument Sans"/>
              <a:buChar char="■"/>
              <a:defRPr/>
            </a:lvl9pPr>
          </a:lstStyle>
          <a:p/>
        </p:txBody>
      </p:sp>
      <p:sp>
        <p:nvSpPr>
          <p:cNvPr id="320" name="Google Shape;320;p24"/>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24"/>
          <p:cNvSpPr txBox="1"/>
          <p:nvPr>
            <p:ph type="title"/>
          </p:nvPr>
        </p:nvSpPr>
        <p:spPr>
          <a:xfrm>
            <a:off x="139700" y="228600"/>
            <a:ext cx="5079300" cy="1062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grpSp>
        <p:nvGrpSpPr>
          <p:cNvPr id="322" name="Google Shape;322;p24"/>
          <p:cNvGrpSpPr/>
          <p:nvPr/>
        </p:nvGrpSpPr>
        <p:grpSpPr>
          <a:xfrm>
            <a:off x="128875" y="-3665"/>
            <a:ext cx="8896225" cy="5148365"/>
            <a:chOff x="128875" y="-3665"/>
            <a:chExt cx="8896225" cy="5148365"/>
          </a:xfrm>
        </p:grpSpPr>
        <p:cxnSp>
          <p:nvCxnSpPr>
            <p:cNvPr id="323" name="Google Shape;323;p24"/>
            <p:cNvCxnSpPr/>
            <p:nvPr/>
          </p:nvCxnSpPr>
          <p:spPr>
            <a:xfrm>
              <a:off x="5212100" y="-3665"/>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24"/>
            <p:cNvCxnSpPr/>
            <p:nvPr/>
          </p:nvCxnSpPr>
          <p:spPr>
            <a:xfrm>
              <a:off x="128875" y="0"/>
              <a:ext cx="0" cy="51447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24"/>
            <p:cNvCxnSpPr/>
            <p:nvPr/>
          </p:nvCxnSpPr>
          <p:spPr>
            <a:xfrm>
              <a:off x="7752125" y="1069"/>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24"/>
            <p:cNvCxnSpPr/>
            <p:nvPr/>
          </p:nvCxnSpPr>
          <p:spPr>
            <a:xfrm>
              <a:off x="5212100" y="223225"/>
              <a:ext cx="3813000" cy="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24"/>
            <p:cNvCxnSpPr/>
            <p:nvPr/>
          </p:nvCxnSpPr>
          <p:spPr>
            <a:xfrm>
              <a:off x="5210175" y="3867775"/>
              <a:ext cx="3813000" cy="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24"/>
            <p:cNvCxnSpPr/>
            <p:nvPr/>
          </p:nvCxnSpPr>
          <p:spPr>
            <a:xfrm>
              <a:off x="5212100" y="2579575"/>
              <a:ext cx="3813000" cy="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24"/>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grpSp>
      <p:sp>
        <p:nvSpPr>
          <p:cNvPr id="330" name="Google Shape;330;p24"/>
          <p:cNvSpPr txBox="1"/>
          <p:nvPr>
            <p:ph idx="2" type="subTitle"/>
          </p:nvPr>
        </p:nvSpPr>
        <p:spPr>
          <a:xfrm>
            <a:off x="284550" y="1291424"/>
            <a:ext cx="3655500" cy="120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a:buNone/>
              <a:defRPr>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31" name="Google Shape;331;p24"/>
          <p:cNvSpPr/>
          <p:nvPr>
            <p:ph idx="3" type="pic"/>
          </p:nvPr>
        </p:nvSpPr>
        <p:spPr>
          <a:xfrm>
            <a:off x="5219000" y="228600"/>
            <a:ext cx="2528400" cy="2346900"/>
          </a:xfrm>
          <a:prstGeom prst="rect">
            <a:avLst/>
          </a:prstGeom>
          <a:noFill/>
          <a:ln>
            <a:noFill/>
          </a:ln>
        </p:spPr>
      </p:sp>
      <p:sp>
        <p:nvSpPr>
          <p:cNvPr id="332" name="Google Shape;332;p24"/>
          <p:cNvSpPr/>
          <p:nvPr>
            <p:ph idx="4" type="pic"/>
          </p:nvPr>
        </p:nvSpPr>
        <p:spPr>
          <a:xfrm>
            <a:off x="7757025" y="2584925"/>
            <a:ext cx="1261500" cy="12792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_12">
    <p:spTree>
      <p:nvGrpSpPr>
        <p:cNvPr id="333" name="Shape 333"/>
        <p:cNvGrpSpPr/>
        <p:nvPr/>
      </p:nvGrpSpPr>
      <p:grpSpPr>
        <a:xfrm>
          <a:off x="0" y="0"/>
          <a:ext cx="0" cy="0"/>
          <a:chOff x="0" y="0"/>
          <a:chExt cx="0" cy="0"/>
        </a:xfrm>
      </p:grpSpPr>
      <p:pic>
        <p:nvPicPr>
          <p:cNvPr id="334" name="Google Shape;334;p25"/>
          <p:cNvPicPr preferRelativeResize="0"/>
          <p:nvPr/>
        </p:nvPicPr>
        <p:blipFill>
          <a:blip r:embed="rId2">
            <a:alphaModFix/>
          </a:blip>
          <a:stretch>
            <a:fillRect/>
          </a:stretch>
        </p:blipFill>
        <p:spPr>
          <a:xfrm rot="10800000">
            <a:off x="6802699" y="3851249"/>
            <a:ext cx="1292251" cy="1292251"/>
          </a:xfrm>
          <a:prstGeom prst="rect">
            <a:avLst/>
          </a:prstGeom>
          <a:noFill/>
          <a:ln>
            <a:noFill/>
          </a:ln>
        </p:spPr>
      </p:pic>
      <p:sp>
        <p:nvSpPr>
          <p:cNvPr id="335" name="Google Shape;335;p25"/>
          <p:cNvSpPr txBox="1"/>
          <p:nvPr>
            <p:ph idx="1" type="subTitle"/>
          </p:nvPr>
        </p:nvSpPr>
        <p:spPr>
          <a:xfrm>
            <a:off x="5372900" y="4200925"/>
            <a:ext cx="1429800" cy="303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36" name="Google Shape;336;p25"/>
          <p:cNvSpPr txBox="1"/>
          <p:nvPr>
            <p:ph idx="2" type="subTitle"/>
          </p:nvPr>
        </p:nvSpPr>
        <p:spPr>
          <a:xfrm>
            <a:off x="5372900" y="4504718"/>
            <a:ext cx="1429800" cy="513000"/>
          </a:xfrm>
          <a:prstGeom prst="rect">
            <a:avLst/>
          </a:prstGeom>
        </p:spPr>
        <p:txBody>
          <a:bodyPr anchorCtr="0" anchor="t" bIns="91425" lIns="91425" spcFirstLastPara="1" rIns="91425" wrap="square" tIns="0">
            <a:noAutofit/>
          </a:bodyPr>
          <a:lstStyle>
            <a:lvl1pPr lvl="0">
              <a:spcBef>
                <a:spcPts val="0"/>
              </a:spcBef>
              <a:spcAft>
                <a:spcPts val="0"/>
              </a:spcAft>
              <a:buNone/>
              <a:defRPr sz="1000">
                <a:solidFill>
                  <a:schemeClr val="lt2"/>
                </a:solidFill>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37" name="Google Shape;337;p25"/>
          <p:cNvSpPr txBox="1"/>
          <p:nvPr>
            <p:ph idx="3" type="subTitle"/>
          </p:nvPr>
        </p:nvSpPr>
        <p:spPr>
          <a:xfrm>
            <a:off x="5372900" y="1708550"/>
            <a:ext cx="1597500" cy="331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38" name="Google Shape;338;p25"/>
          <p:cNvSpPr txBox="1"/>
          <p:nvPr>
            <p:ph idx="4" type="subTitle"/>
          </p:nvPr>
        </p:nvSpPr>
        <p:spPr>
          <a:xfrm>
            <a:off x="5372900" y="2060150"/>
            <a:ext cx="1597500" cy="1017300"/>
          </a:xfrm>
          <a:prstGeom prst="rect">
            <a:avLst/>
          </a:prstGeom>
        </p:spPr>
        <p:txBody>
          <a:bodyPr anchorCtr="0" anchor="t" bIns="91425" lIns="91425" spcFirstLastPara="1" rIns="9142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1000"/>
              </a:spcBef>
              <a:spcAft>
                <a:spcPts val="0"/>
              </a:spcAft>
              <a:buClr>
                <a:schemeClr val="lt1"/>
              </a:buClr>
              <a:buSzPts val="1400"/>
              <a:buNone/>
              <a:defRPr>
                <a:solidFill>
                  <a:schemeClr val="lt1"/>
                </a:solidFill>
              </a:defRPr>
            </a:lvl2pPr>
            <a:lvl3pPr lvl="2">
              <a:spcBef>
                <a:spcPts val="1000"/>
              </a:spcBef>
              <a:spcAft>
                <a:spcPts val="0"/>
              </a:spcAft>
              <a:buClr>
                <a:schemeClr val="lt1"/>
              </a:buClr>
              <a:buSzPts val="1400"/>
              <a:buNone/>
              <a:defRPr>
                <a:solidFill>
                  <a:schemeClr val="lt1"/>
                </a:solidFill>
              </a:defRPr>
            </a:lvl3pPr>
            <a:lvl4pPr lvl="3">
              <a:spcBef>
                <a:spcPts val="1000"/>
              </a:spcBef>
              <a:spcAft>
                <a:spcPts val="0"/>
              </a:spcAft>
              <a:buClr>
                <a:schemeClr val="lt1"/>
              </a:buClr>
              <a:buSzPts val="1400"/>
              <a:buNone/>
              <a:defRPr>
                <a:solidFill>
                  <a:schemeClr val="lt1"/>
                </a:solidFill>
              </a:defRPr>
            </a:lvl4pPr>
            <a:lvl5pPr lvl="4">
              <a:spcBef>
                <a:spcPts val="1000"/>
              </a:spcBef>
              <a:spcAft>
                <a:spcPts val="0"/>
              </a:spcAft>
              <a:buClr>
                <a:schemeClr val="lt1"/>
              </a:buClr>
              <a:buSzPts val="1400"/>
              <a:buNone/>
              <a:defRPr>
                <a:solidFill>
                  <a:schemeClr val="lt1"/>
                </a:solidFill>
              </a:defRPr>
            </a:lvl5pPr>
            <a:lvl6pPr lvl="5">
              <a:spcBef>
                <a:spcPts val="1000"/>
              </a:spcBef>
              <a:spcAft>
                <a:spcPts val="0"/>
              </a:spcAft>
              <a:buClr>
                <a:schemeClr val="lt1"/>
              </a:buClr>
              <a:buSzPts val="1400"/>
              <a:buNone/>
              <a:defRPr>
                <a:solidFill>
                  <a:schemeClr val="lt1"/>
                </a:solidFill>
              </a:defRPr>
            </a:lvl6pPr>
            <a:lvl7pPr lvl="6">
              <a:spcBef>
                <a:spcPts val="1000"/>
              </a:spcBef>
              <a:spcAft>
                <a:spcPts val="0"/>
              </a:spcAft>
              <a:buClr>
                <a:schemeClr val="lt1"/>
              </a:buClr>
              <a:buSzPts val="1400"/>
              <a:buNone/>
              <a:defRPr>
                <a:solidFill>
                  <a:schemeClr val="lt1"/>
                </a:solidFill>
              </a:defRPr>
            </a:lvl7pPr>
            <a:lvl8pPr lvl="7">
              <a:spcBef>
                <a:spcPts val="1000"/>
              </a:spcBef>
              <a:spcAft>
                <a:spcPts val="0"/>
              </a:spcAft>
              <a:buClr>
                <a:schemeClr val="lt1"/>
              </a:buClr>
              <a:buSzPts val="1400"/>
              <a:buNone/>
              <a:defRPr>
                <a:solidFill>
                  <a:schemeClr val="lt1"/>
                </a:solidFill>
              </a:defRPr>
            </a:lvl8pPr>
            <a:lvl9pPr lvl="8">
              <a:spcBef>
                <a:spcPts val="1000"/>
              </a:spcBef>
              <a:spcAft>
                <a:spcPts val="1000"/>
              </a:spcAft>
              <a:buClr>
                <a:schemeClr val="lt1"/>
              </a:buClr>
              <a:buSzPts val="1400"/>
              <a:buNone/>
              <a:defRPr>
                <a:solidFill>
                  <a:schemeClr val="lt1"/>
                </a:solidFill>
              </a:defRPr>
            </a:lvl9pPr>
          </a:lstStyle>
          <a:p/>
        </p:txBody>
      </p:sp>
      <p:sp>
        <p:nvSpPr>
          <p:cNvPr id="339" name="Google Shape;339;p25"/>
          <p:cNvSpPr txBox="1"/>
          <p:nvPr>
            <p:ph idx="5" type="subTitle"/>
          </p:nvPr>
        </p:nvSpPr>
        <p:spPr>
          <a:xfrm>
            <a:off x="6953375" y="1708550"/>
            <a:ext cx="1597500" cy="331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0" name="Google Shape;340;p25"/>
          <p:cNvSpPr txBox="1"/>
          <p:nvPr>
            <p:ph idx="6" type="subTitle"/>
          </p:nvPr>
        </p:nvSpPr>
        <p:spPr>
          <a:xfrm>
            <a:off x="6953375" y="2060150"/>
            <a:ext cx="1597500" cy="1017300"/>
          </a:xfrm>
          <a:prstGeom prst="rect">
            <a:avLst/>
          </a:prstGeom>
        </p:spPr>
        <p:txBody>
          <a:bodyPr anchorCtr="0" anchor="t" bIns="91425" lIns="91425" spcFirstLastPara="1" rIns="9142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1000"/>
              </a:spcBef>
              <a:spcAft>
                <a:spcPts val="0"/>
              </a:spcAft>
              <a:buClr>
                <a:schemeClr val="lt1"/>
              </a:buClr>
              <a:buSzPts val="1400"/>
              <a:buNone/>
              <a:defRPr>
                <a:solidFill>
                  <a:schemeClr val="lt1"/>
                </a:solidFill>
              </a:defRPr>
            </a:lvl2pPr>
            <a:lvl3pPr lvl="2">
              <a:spcBef>
                <a:spcPts val="1000"/>
              </a:spcBef>
              <a:spcAft>
                <a:spcPts val="0"/>
              </a:spcAft>
              <a:buClr>
                <a:schemeClr val="lt1"/>
              </a:buClr>
              <a:buSzPts val="1400"/>
              <a:buNone/>
              <a:defRPr>
                <a:solidFill>
                  <a:schemeClr val="lt1"/>
                </a:solidFill>
              </a:defRPr>
            </a:lvl3pPr>
            <a:lvl4pPr lvl="3">
              <a:spcBef>
                <a:spcPts val="1000"/>
              </a:spcBef>
              <a:spcAft>
                <a:spcPts val="0"/>
              </a:spcAft>
              <a:buClr>
                <a:schemeClr val="lt1"/>
              </a:buClr>
              <a:buSzPts val="1400"/>
              <a:buNone/>
              <a:defRPr>
                <a:solidFill>
                  <a:schemeClr val="lt1"/>
                </a:solidFill>
              </a:defRPr>
            </a:lvl4pPr>
            <a:lvl5pPr lvl="4">
              <a:spcBef>
                <a:spcPts val="1000"/>
              </a:spcBef>
              <a:spcAft>
                <a:spcPts val="0"/>
              </a:spcAft>
              <a:buClr>
                <a:schemeClr val="lt1"/>
              </a:buClr>
              <a:buSzPts val="1400"/>
              <a:buNone/>
              <a:defRPr>
                <a:solidFill>
                  <a:schemeClr val="lt1"/>
                </a:solidFill>
              </a:defRPr>
            </a:lvl5pPr>
            <a:lvl6pPr lvl="5">
              <a:spcBef>
                <a:spcPts val="1000"/>
              </a:spcBef>
              <a:spcAft>
                <a:spcPts val="0"/>
              </a:spcAft>
              <a:buClr>
                <a:schemeClr val="lt1"/>
              </a:buClr>
              <a:buSzPts val="1400"/>
              <a:buNone/>
              <a:defRPr>
                <a:solidFill>
                  <a:schemeClr val="lt1"/>
                </a:solidFill>
              </a:defRPr>
            </a:lvl6pPr>
            <a:lvl7pPr lvl="6">
              <a:spcBef>
                <a:spcPts val="1000"/>
              </a:spcBef>
              <a:spcAft>
                <a:spcPts val="0"/>
              </a:spcAft>
              <a:buClr>
                <a:schemeClr val="lt1"/>
              </a:buClr>
              <a:buSzPts val="1400"/>
              <a:buNone/>
              <a:defRPr>
                <a:solidFill>
                  <a:schemeClr val="lt1"/>
                </a:solidFill>
              </a:defRPr>
            </a:lvl7pPr>
            <a:lvl8pPr lvl="7">
              <a:spcBef>
                <a:spcPts val="1000"/>
              </a:spcBef>
              <a:spcAft>
                <a:spcPts val="0"/>
              </a:spcAft>
              <a:buClr>
                <a:schemeClr val="lt1"/>
              </a:buClr>
              <a:buSzPts val="1400"/>
              <a:buNone/>
              <a:defRPr>
                <a:solidFill>
                  <a:schemeClr val="lt1"/>
                </a:solidFill>
              </a:defRPr>
            </a:lvl8pPr>
            <a:lvl9pPr lvl="8">
              <a:spcBef>
                <a:spcPts val="1000"/>
              </a:spcBef>
              <a:spcAft>
                <a:spcPts val="1000"/>
              </a:spcAft>
              <a:buClr>
                <a:schemeClr val="lt1"/>
              </a:buClr>
              <a:buSzPts val="1400"/>
              <a:buNone/>
              <a:defRPr>
                <a:solidFill>
                  <a:schemeClr val="lt1"/>
                </a:solidFill>
              </a:defRPr>
            </a:lvl9pPr>
          </a:lstStyle>
          <a:p/>
        </p:txBody>
      </p:sp>
      <p:cxnSp>
        <p:nvCxnSpPr>
          <p:cNvPr id="341" name="Google Shape;341;p25"/>
          <p:cNvCxnSpPr/>
          <p:nvPr/>
        </p:nvCxnSpPr>
        <p:spPr>
          <a:xfrm>
            <a:off x="9023250" y="0"/>
            <a:ext cx="0" cy="5135400"/>
          </a:xfrm>
          <a:prstGeom prst="straightConnector1">
            <a:avLst/>
          </a:prstGeom>
          <a:noFill/>
          <a:ln cap="flat" cmpd="sng" w="9525">
            <a:solidFill>
              <a:schemeClr val="accent3"/>
            </a:solidFill>
            <a:prstDash val="solid"/>
            <a:round/>
            <a:headEnd len="med" w="med" type="none"/>
            <a:tailEnd len="med" w="med" type="none"/>
          </a:ln>
        </p:spPr>
      </p:cxnSp>
      <p:cxnSp>
        <p:nvCxnSpPr>
          <p:cNvPr id="342" name="Google Shape;342;p25"/>
          <p:cNvCxnSpPr/>
          <p:nvPr/>
        </p:nvCxnSpPr>
        <p:spPr>
          <a:xfrm>
            <a:off x="118800" y="0"/>
            <a:ext cx="0" cy="5135400"/>
          </a:xfrm>
          <a:prstGeom prst="straightConnector1">
            <a:avLst/>
          </a:prstGeom>
          <a:noFill/>
          <a:ln cap="flat" cmpd="sng" w="9525">
            <a:solidFill>
              <a:schemeClr val="accent3"/>
            </a:solidFill>
            <a:prstDash val="solid"/>
            <a:round/>
            <a:headEnd len="med" w="med" type="none"/>
            <a:tailEnd len="med" w="med" type="none"/>
          </a:ln>
        </p:spPr>
      </p:cxnSp>
      <p:sp>
        <p:nvSpPr>
          <p:cNvPr id="343" name="Google Shape;343;p25"/>
          <p:cNvSpPr txBox="1"/>
          <p:nvPr>
            <p:ph idx="7" type="subTitle"/>
          </p:nvPr>
        </p:nvSpPr>
        <p:spPr>
          <a:xfrm>
            <a:off x="5372900" y="174200"/>
            <a:ext cx="1597500" cy="331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4" name="Google Shape;344;p25"/>
          <p:cNvSpPr txBox="1"/>
          <p:nvPr>
            <p:ph idx="8" type="subTitle"/>
          </p:nvPr>
        </p:nvSpPr>
        <p:spPr>
          <a:xfrm>
            <a:off x="139700" y="1653090"/>
            <a:ext cx="3655500" cy="1209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1400"/>
              <a:buFont typeface="Instrument Sans"/>
              <a:buNone/>
              <a:defRPr>
                <a:solidFill>
                  <a:schemeClr val="accent6"/>
                </a:solidFill>
                <a:latin typeface="Instrument Sans"/>
                <a:ea typeface="Instrument Sans"/>
                <a:cs typeface="Instrument Sans"/>
                <a:sym typeface="Instrument Sans"/>
              </a:defRPr>
            </a:lvl9pPr>
          </a:lstStyle>
          <a:p/>
        </p:txBody>
      </p:sp>
      <p:sp>
        <p:nvSpPr>
          <p:cNvPr id="345" name="Google Shape;345;p25"/>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6" name="Google Shape;346;p25"/>
          <p:cNvSpPr txBox="1"/>
          <p:nvPr>
            <p:ph type="title"/>
          </p:nvPr>
        </p:nvSpPr>
        <p:spPr>
          <a:xfrm>
            <a:off x="139700" y="228600"/>
            <a:ext cx="5079300" cy="1062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2pPr>
            <a:lvl3pPr lvl="2">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3pPr>
            <a:lvl4pPr lvl="3">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4pPr>
            <a:lvl5pPr lvl="4">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5pPr>
            <a:lvl6pPr lvl="5">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6pPr>
            <a:lvl7pPr lvl="6">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7pPr>
            <a:lvl8pPr lvl="7">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8pPr>
            <a:lvl9pPr lvl="8">
              <a:spcBef>
                <a:spcPts val="0"/>
              </a:spcBef>
              <a:spcAft>
                <a:spcPts val="0"/>
              </a:spcAft>
              <a:buClr>
                <a:schemeClr val="lt1"/>
              </a:buClr>
              <a:buSzPts val="3600"/>
              <a:buFont typeface="Poppins"/>
              <a:buNone/>
              <a:defRPr sz="3600">
                <a:solidFill>
                  <a:schemeClr val="lt1"/>
                </a:solidFill>
                <a:latin typeface="Poppins"/>
                <a:ea typeface="Poppins"/>
                <a:cs typeface="Poppins"/>
                <a:sym typeface="Poppins"/>
              </a:defRPr>
            </a:lvl9pPr>
          </a:lstStyle>
          <a:p/>
        </p:txBody>
      </p:sp>
      <p:sp>
        <p:nvSpPr>
          <p:cNvPr id="347" name="Google Shape;347;p25"/>
          <p:cNvSpPr txBox="1"/>
          <p:nvPr>
            <p:ph idx="9" type="subTitle"/>
          </p:nvPr>
        </p:nvSpPr>
        <p:spPr>
          <a:xfrm>
            <a:off x="5372900" y="525800"/>
            <a:ext cx="1597500" cy="513000"/>
          </a:xfrm>
          <a:prstGeom prst="rect">
            <a:avLst/>
          </a:prstGeom>
        </p:spPr>
        <p:txBody>
          <a:bodyPr anchorCtr="0" anchor="t" bIns="91425" lIns="91425" spcFirstLastPara="1" rIns="9142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1000"/>
              </a:spcBef>
              <a:spcAft>
                <a:spcPts val="0"/>
              </a:spcAft>
              <a:buClr>
                <a:schemeClr val="lt1"/>
              </a:buClr>
              <a:buSzPts val="1400"/>
              <a:buNone/>
              <a:defRPr>
                <a:solidFill>
                  <a:schemeClr val="lt1"/>
                </a:solidFill>
              </a:defRPr>
            </a:lvl2pPr>
            <a:lvl3pPr lvl="2">
              <a:spcBef>
                <a:spcPts val="1000"/>
              </a:spcBef>
              <a:spcAft>
                <a:spcPts val="0"/>
              </a:spcAft>
              <a:buClr>
                <a:schemeClr val="lt1"/>
              </a:buClr>
              <a:buSzPts val="1400"/>
              <a:buNone/>
              <a:defRPr>
                <a:solidFill>
                  <a:schemeClr val="lt1"/>
                </a:solidFill>
              </a:defRPr>
            </a:lvl3pPr>
            <a:lvl4pPr lvl="3">
              <a:spcBef>
                <a:spcPts val="1000"/>
              </a:spcBef>
              <a:spcAft>
                <a:spcPts val="0"/>
              </a:spcAft>
              <a:buClr>
                <a:schemeClr val="lt1"/>
              </a:buClr>
              <a:buSzPts val="1400"/>
              <a:buNone/>
              <a:defRPr>
                <a:solidFill>
                  <a:schemeClr val="lt1"/>
                </a:solidFill>
              </a:defRPr>
            </a:lvl4pPr>
            <a:lvl5pPr lvl="4">
              <a:spcBef>
                <a:spcPts val="1000"/>
              </a:spcBef>
              <a:spcAft>
                <a:spcPts val="0"/>
              </a:spcAft>
              <a:buClr>
                <a:schemeClr val="lt1"/>
              </a:buClr>
              <a:buSzPts val="1400"/>
              <a:buNone/>
              <a:defRPr>
                <a:solidFill>
                  <a:schemeClr val="lt1"/>
                </a:solidFill>
              </a:defRPr>
            </a:lvl5pPr>
            <a:lvl6pPr lvl="5">
              <a:spcBef>
                <a:spcPts val="1000"/>
              </a:spcBef>
              <a:spcAft>
                <a:spcPts val="0"/>
              </a:spcAft>
              <a:buClr>
                <a:schemeClr val="lt1"/>
              </a:buClr>
              <a:buSzPts val="1400"/>
              <a:buNone/>
              <a:defRPr>
                <a:solidFill>
                  <a:schemeClr val="lt1"/>
                </a:solidFill>
              </a:defRPr>
            </a:lvl6pPr>
            <a:lvl7pPr lvl="6">
              <a:spcBef>
                <a:spcPts val="1000"/>
              </a:spcBef>
              <a:spcAft>
                <a:spcPts val="0"/>
              </a:spcAft>
              <a:buClr>
                <a:schemeClr val="lt1"/>
              </a:buClr>
              <a:buSzPts val="1400"/>
              <a:buNone/>
              <a:defRPr>
                <a:solidFill>
                  <a:schemeClr val="lt1"/>
                </a:solidFill>
              </a:defRPr>
            </a:lvl7pPr>
            <a:lvl8pPr lvl="7">
              <a:spcBef>
                <a:spcPts val="1000"/>
              </a:spcBef>
              <a:spcAft>
                <a:spcPts val="0"/>
              </a:spcAft>
              <a:buClr>
                <a:schemeClr val="lt1"/>
              </a:buClr>
              <a:buSzPts val="1400"/>
              <a:buNone/>
              <a:defRPr>
                <a:solidFill>
                  <a:schemeClr val="lt1"/>
                </a:solidFill>
              </a:defRPr>
            </a:lvl8pPr>
            <a:lvl9pPr lvl="8">
              <a:spcBef>
                <a:spcPts val="1000"/>
              </a:spcBef>
              <a:spcAft>
                <a:spcPts val="1000"/>
              </a:spcAft>
              <a:buClr>
                <a:schemeClr val="lt1"/>
              </a:buClr>
              <a:buSzPts val="1400"/>
              <a:buNone/>
              <a:defRPr>
                <a:solidFill>
                  <a:schemeClr val="lt1"/>
                </a:solidFill>
              </a:defRPr>
            </a:lvl9pPr>
          </a:lstStyle>
          <a:p/>
        </p:txBody>
      </p:sp>
      <p:sp>
        <p:nvSpPr>
          <p:cNvPr id="348" name="Google Shape;348;p25"/>
          <p:cNvSpPr txBox="1"/>
          <p:nvPr>
            <p:ph idx="13" type="subTitle"/>
          </p:nvPr>
        </p:nvSpPr>
        <p:spPr>
          <a:xfrm>
            <a:off x="6953375" y="174200"/>
            <a:ext cx="1597500" cy="331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b="1">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9" name="Google Shape;349;p25"/>
          <p:cNvSpPr txBox="1"/>
          <p:nvPr>
            <p:ph idx="14" type="subTitle"/>
          </p:nvPr>
        </p:nvSpPr>
        <p:spPr>
          <a:xfrm>
            <a:off x="6953375" y="525800"/>
            <a:ext cx="1597500" cy="513000"/>
          </a:xfrm>
          <a:prstGeom prst="rect">
            <a:avLst/>
          </a:prstGeom>
        </p:spPr>
        <p:txBody>
          <a:bodyPr anchorCtr="0" anchor="t" bIns="91425" lIns="91425" spcFirstLastPara="1" rIns="9142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1000"/>
              </a:spcBef>
              <a:spcAft>
                <a:spcPts val="0"/>
              </a:spcAft>
              <a:buClr>
                <a:schemeClr val="lt1"/>
              </a:buClr>
              <a:buSzPts val="1400"/>
              <a:buNone/>
              <a:defRPr>
                <a:solidFill>
                  <a:schemeClr val="lt1"/>
                </a:solidFill>
              </a:defRPr>
            </a:lvl2pPr>
            <a:lvl3pPr lvl="2">
              <a:spcBef>
                <a:spcPts val="1000"/>
              </a:spcBef>
              <a:spcAft>
                <a:spcPts val="0"/>
              </a:spcAft>
              <a:buClr>
                <a:schemeClr val="lt1"/>
              </a:buClr>
              <a:buSzPts val="1400"/>
              <a:buNone/>
              <a:defRPr>
                <a:solidFill>
                  <a:schemeClr val="lt1"/>
                </a:solidFill>
              </a:defRPr>
            </a:lvl3pPr>
            <a:lvl4pPr lvl="3">
              <a:spcBef>
                <a:spcPts val="1000"/>
              </a:spcBef>
              <a:spcAft>
                <a:spcPts val="0"/>
              </a:spcAft>
              <a:buClr>
                <a:schemeClr val="lt1"/>
              </a:buClr>
              <a:buSzPts val="1400"/>
              <a:buNone/>
              <a:defRPr>
                <a:solidFill>
                  <a:schemeClr val="lt1"/>
                </a:solidFill>
              </a:defRPr>
            </a:lvl4pPr>
            <a:lvl5pPr lvl="4">
              <a:spcBef>
                <a:spcPts val="1000"/>
              </a:spcBef>
              <a:spcAft>
                <a:spcPts val="0"/>
              </a:spcAft>
              <a:buClr>
                <a:schemeClr val="lt1"/>
              </a:buClr>
              <a:buSzPts val="1400"/>
              <a:buNone/>
              <a:defRPr>
                <a:solidFill>
                  <a:schemeClr val="lt1"/>
                </a:solidFill>
              </a:defRPr>
            </a:lvl5pPr>
            <a:lvl6pPr lvl="5">
              <a:spcBef>
                <a:spcPts val="1000"/>
              </a:spcBef>
              <a:spcAft>
                <a:spcPts val="0"/>
              </a:spcAft>
              <a:buClr>
                <a:schemeClr val="lt1"/>
              </a:buClr>
              <a:buSzPts val="1400"/>
              <a:buNone/>
              <a:defRPr>
                <a:solidFill>
                  <a:schemeClr val="lt1"/>
                </a:solidFill>
              </a:defRPr>
            </a:lvl6pPr>
            <a:lvl7pPr lvl="6">
              <a:spcBef>
                <a:spcPts val="1000"/>
              </a:spcBef>
              <a:spcAft>
                <a:spcPts val="0"/>
              </a:spcAft>
              <a:buClr>
                <a:schemeClr val="lt1"/>
              </a:buClr>
              <a:buSzPts val="1400"/>
              <a:buNone/>
              <a:defRPr>
                <a:solidFill>
                  <a:schemeClr val="lt1"/>
                </a:solidFill>
              </a:defRPr>
            </a:lvl7pPr>
            <a:lvl8pPr lvl="7">
              <a:spcBef>
                <a:spcPts val="1000"/>
              </a:spcBef>
              <a:spcAft>
                <a:spcPts val="0"/>
              </a:spcAft>
              <a:buClr>
                <a:schemeClr val="lt1"/>
              </a:buClr>
              <a:buSzPts val="1400"/>
              <a:buNone/>
              <a:defRPr>
                <a:solidFill>
                  <a:schemeClr val="lt1"/>
                </a:solidFill>
              </a:defRPr>
            </a:lvl8pPr>
            <a:lvl9pPr lvl="8">
              <a:spcBef>
                <a:spcPts val="1000"/>
              </a:spcBef>
              <a:spcAft>
                <a:spcPts val="1000"/>
              </a:spcAft>
              <a:buClr>
                <a:schemeClr val="lt1"/>
              </a:buClr>
              <a:buSzPts val="1400"/>
              <a:buNone/>
              <a:defRPr>
                <a:solidFill>
                  <a:schemeClr val="lt1"/>
                </a:solidFill>
              </a:defRPr>
            </a:lvl9pPr>
          </a:lstStyle>
          <a:p/>
        </p:txBody>
      </p:sp>
      <p:sp>
        <p:nvSpPr>
          <p:cNvPr id="350" name="Google Shape;350;p25"/>
          <p:cNvSpPr txBox="1"/>
          <p:nvPr>
            <p:ph idx="15" type="subTitle"/>
          </p:nvPr>
        </p:nvSpPr>
        <p:spPr>
          <a:xfrm>
            <a:off x="6970400" y="4200925"/>
            <a:ext cx="1429800" cy="303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oppins"/>
              <a:buNone/>
              <a:defRPr>
                <a:latin typeface="Instrument Sans"/>
                <a:ea typeface="Instrument Sans"/>
                <a:cs typeface="Instrument Sans"/>
                <a:sym typeface="Instrument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3">
    <p:spTree>
      <p:nvGrpSpPr>
        <p:cNvPr id="351" name="Shape 351"/>
        <p:cNvGrpSpPr/>
        <p:nvPr/>
      </p:nvGrpSpPr>
      <p:grpSpPr>
        <a:xfrm>
          <a:off x="0" y="0"/>
          <a:ext cx="0" cy="0"/>
          <a:chOff x="0" y="0"/>
          <a:chExt cx="0" cy="0"/>
        </a:xfrm>
      </p:grpSpPr>
      <p:sp>
        <p:nvSpPr>
          <p:cNvPr id="352" name="Google Shape;352;p26"/>
          <p:cNvSpPr/>
          <p:nvPr>
            <p:ph idx="2" type="pic"/>
          </p:nvPr>
        </p:nvSpPr>
        <p:spPr>
          <a:xfrm>
            <a:off x="7754350" y="2584475"/>
            <a:ext cx="1263000" cy="1272600"/>
          </a:xfrm>
          <a:prstGeom prst="rect">
            <a:avLst/>
          </a:prstGeom>
          <a:noFill/>
          <a:ln>
            <a:noFill/>
          </a:ln>
        </p:spPr>
      </p:sp>
      <p:sp>
        <p:nvSpPr>
          <p:cNvPr id="353" name="Google Shape;353;p26"/>
          <p:cNvSpPr/>
          <p:nvPr>
            <p:ph idx="3" type="pic"/>
          </p:nvPr>
        </p:nvSpPr>
        <p:spPr>
          <a:xfrm>
            <a:off x="5212300" y="2584475"/>
            <a:ext cx="1263000" cy="1272600"/>
          </a:xfrm>
          <a:prstGeom prst="rect">
            <a:avLst/>
          </a:prstGeom>
          <a:noFill/>
          <a:ln>
            <a:noFill/>
          </a:ln>
        </p:spPr>
      </p:sp>
      <p:sp>
        <p:nvSpPr>
          <p:cNvPr id="354" name="Google Shape;354;p26"/>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55" name="Google Shape;355;p26"/>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356" name="Google Shape;356;p26"/>
          <p:cNvCxnSpPr/>
          <p:nvPr/>
        </p:nvCxnSpPr>
        <p:spPr>
          <a:xfrm>
            <a:off x="9023250" y="-60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357" name="Google Shape;357;p26"/>
          <p:cNvCxnSpPr/>
          <p:nvPr/>
        </p:nvCxnSpPr>
        <p:spPr>
          <a:xfrm>
            <a:off x="9020977" y="1291063"/>
            <a:ext cx="0" cy="3853200"/>
          </a:xfrm>
          <a:prstGeom prst="straightConnector1">
            <a:avLst/>
          </a:prstGeom>
          <a:noFill/>
          <a:ln cap="flat" cmpd="sng" w="9525">
            <a:solidFill>
              <a:schemeClr val="accent3"/>
            </a:solidFill>
            <a:prstDash val="solid"/>
            <a:round/>
            <a:headEnd len="med" w="med" type="none"/>
            <a:tailEnd len="med" w="med" type="none"/>
          </a:ln>
        </p:spPr>
      </p:cxnSp>
      <p:cxnSp>
        <p:nvCxnSpPr>
          <p:cNvPr id="358" name="Google Shape;358;p26"/>
          <p:cNvCxnSpPr/>
          <p:nvPr/>
        </p:nvCxnSpPr>
        <p:spPr>
          <a:xfrm>
            <a:off x="128875" y="1291375"/>
            <a:ext cx="8885400" cy="0"/>
          </a:xfrm>
          <a:prstGeom prst="straightConnector1">
            <a:avLst/>
          </a:prstGeom>
          <a:noFill/>
          <a:ln cap="flat" cmpd="sng" w="9525">
            <a:solidFill>
              <a:schemeClr val="accent3"/>
            </a:solidFill>
            <a:prstDash val="solid"/>
            <a:round/>
            <a:headEnd len="med" w="med" type="none"/>
            <a:tailEnd len="med" w="med" type="none"/>
          </a:ln>
        </p:spPr>
      </p:cxnSp>
      <p:sp>
        <p:nvSpPr>
          <p:cNvPr id="359" name="Google Shape;359;p26"/>
          <p:cNvSpPr txBox="1"/>
          <p:nvPr>
            <p:ph type="title"/>
          </p:nvPr>
        </p:nvSpPr>
        <p:spPr>
          <a:xfrm>
            <a:off x="139700" y="228600"/>
            <a:ext cx="5242500" cy="609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Poppins"/>
              <a:buNone/>
              <a:defRPr/>
            </a:lvl1pPr>
            <a:lvl2pPr lvl="1">
              <a:spcBef>
                <a:spcPts val="0"/>
              </a:spcBef>
              <a:spcAft>
                <a:spcPts val="0"/>
              </a:spcAft>
              <a:buClr>
                <a:schemeClr val="lt1"/>
              </a:buClr>
              <a:buSzPts val="2400"/>
              <a:buFont typeface="Poppins"/>
              <a:buNone/>
              <a:defRPr sz="2400">
                <a:solidFill>
                  <a:schemeClr val="lt1"/>
                </a:solidFill>
              </a:defRPr>
            </a:lvl2pPr>
            <a:lvl3pPr lvl="2">
              <a:spcBef>
                <a:spcPts val="0"/>
              </a:spcBef>
              <a:spcAft>
                <a:spcPts val="0"/>
              </a:spcAft>
              <a:buClr>
                <a:schemeClr val="lt1"/>
              </a:buClr>
              <a:buSzPts val="2400"/>
              <a:buFont typeface="Poppins"/>
              <a:buNone/>
              <a:defRPr sz="2400">
                <a:solidFill>
                  <a:schemeClr val="lt1"/>
                </a:solidFill>
              </a:defRPr>
            </a:lvl3pPr>
            <a:lvl4pPr lvl="3">
              <a:spcBef>
                <a:spcPts val="0"/>
              </a:spcBef>
              <a:spcAft>
                <a:spcPts val="0"/>
              </a:spcAft>
              <a:buClr>
                <a:schemeClr val="lt1"/>
              </a:buClr>
              <a:buSzPts val="2400"/>
              <a:buFont typeface="Poppins"/>
              <a:buNone/>
              <a:defRPr sz="2400">
                <a:solidFill>
                  <a:schemeClr val="lt1"/>
                </a:solidFill>
              </a:defRPr>
            </a:lvl4pPr>
            <a:lvl5pPr lvl="4">
              <a:spcBef>
                <a:spcPts val="0"/>
              </a:spcBef>
              <a:spcAft>
                <a:spcPts val="0"/>
              </a:spcAft>
              <a:buClr>
                <a:schemeClr val="lt1"/>
              </a:buClr>
              <a:buSzPts val="2400"/>
              <a:buFont typeface="Poppins"/>
              <a:buNone/>
              <a:defRPr sz="2400">
                <a:solidFill>
                  <a:schemeClr val="lt1"/>
                </a:solidFill>
              </a:defRPr>
            </a:lvl5pPr>
            <a:lvl6pPr lvl="5">
              <a:spcBef>
                <a:spcPts val="0"/>
              </a:spcBef>
              <a:spcAft>
                <a:spcPts val="0"/>
              </a:spcAft>
              <a:buClr>
                <a:schemeClr val="lt1"/>
              </a:buClr>
              <a:buSzPts val="2400"/>
              <a:buFont typeface="Poppins"/>
              <a:buNone/>
              <a:defRPr sz="2400">
                <a:solidFill>
                  <a:schemeClr val="lt1"/>
                </a:solidFill>
              </a:defRPr>
            </a:lvl6pPr>
            <a:lvl7pPr lvl="6">
              <a:spcBef>
                <a:spcPts val="0"/>
              </a:spcBef>
              <a:spcAft>
                <a:spcPts val="0"/>
              </a:spcAft>
              <a:buClr>
                <a:schemeClr val="lt1"/>
              </a:buClr>
              <a:buSzPts val="2400"/>
              <a:buFont typeface="Poppins"/>
              <a:buNone/>
              <a:defRPr sz="2400">
                <a:solidFill>
                  <a:schemeClr val="lt1"/>
                </a:solidFill>
              </a:defRPr>
            </a:lvl7pPr>
            <a:lvl8pPr lvl="7">
              <a:spcBef>
                <a:spcPts val="0"/>
              </a:spcBef>
              <a:spcAft>
                <a:spcPts val="0"/>
              </a:spcAft>
              <a:buClr>
                <a:schemeClr val="lt1"/>
              </a:buClr>
              <a:buSzPts val="2400"/>
              <a:buFont typeface="Poppins"/>
              <a:buNone/>
              <a:defRPr sz="2400">
                <a:solidFill>
                  <a:schemeClr val="lt1"/>
                </a:solidFill>
              </a:defRPr>
            </a:lvl8pPr>
            <a:lvl9pPr lvl="8">
              <a:spcBef>
                <a:spcPts val="0"/>
              </a:spcBef>
              <a:spcAft>
                <a:spcPts val="0"/>
              </a:spcAft>
              <a:buClr>
                <a:schemeClr val="lt1"/>
              </a:buClr>
              <a:buSzPts val="2400"/>
              <a:buFont typeface="Poppins"/>
              <a:buNone/>
              <a:defRPr sz="2400">
                <a:solidFill>
                  <a:schemeClr val="lt1"/>
                </a:solidFill>
              </a:defRPr>
            </a:lvl9pPr>
          </a:lstStyle>
          <a:p/>
        </p:txBody>
      </p:sp>
      <p:sp>
        <p:nvSpPr>
          <p:cNvPr id="360" name="Google Shape;360;p26"/>
          <p:cNvSpPr txBox="1"/>
          <p:nvPr>
            <p:ph idx="4" type="title"/>
          </p:nvPr>
        </p:nvSpPr>
        <p:spPr>
          <a:xfrm>
            <a:off x="139700" y="1294075"/>
            <a:ext cx="3800400" cy="474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a:lvl1pPr>
            <a:lvl2pPr lvl="1">
              <a:spcBef>
                <a:spcPts val="0"/>
              </a:spcBef>
              <a:spcAft>
                <a:spcPts val="0"/>
              </a:spcAft>
              <a:buClr>
                <a:schemeClr val="lt1"/>
              </a:buClr>
              <a:buSzPts val="2400"/>
              <a:buFont typeface="Poppins"/>
              <a:buNone/>
              <a:defRPr sz="2400">
                <a:solidFill>
                  <a:schemeClr val="lt1"/>
                </a:solidFill>
              </a:defRPr>
            </a:lvl2pPr>
            <a:lvl3pPr lvl="2">
              <a:spcBef>
                <a:spcPts val="0"/>
              </a:spcBef>
              <a:spcAft>
                <a:spcPts val="0"/>
              </a:spcAft>
              <a:buClr>
                <a:schemeClr val="lt1"/>
              </a:buClr>
              <a:buSzPts val="2400"/>
              <a:buFont typeface="Poppins"/>
              <a:buNone/>
              <a:defRPr sz="2400">
                <a:solidFill>
                  <a:schemeClr val="lt1"/>
                </a:solidFill>
              </a:defRPr>
            </a:lvl3pPr>
            <a:lvl4pPr lvl="3">
              <a:spcBef>
                <a:spcPts val="0"/>
              </a:spcBef>
              <a:spcAft>
                <a:spcPts val="0"/>
              </a:spcAft>
              <a:buClr>
                <a:schemeClr val="lt1"/>
              </a:buClr>
              <a:buSzPts val="2400"/>
              <a:buFont typeface="Poppins"/>
              <a:buNone/>
              <a:defRPr sz="2400">
                <a:solidFill>
                  <a:schemeClr val="lt1"/>
                </a:solidFill>
              </a:defRPr>
            </a:lvl4pPr>
            <a:lvl5pPr lvl="4">
              <a:spcBef>
                <a:spcPts val="0"/>
              </a:spcBef>
              <a:spcAft>
                <a:spcPts val="0"/>
              </a:spcAft>
              <a:buClr>
                <a:schemeClr val="lt1"/>
              </a:buClr>
              <a:buSzPts val="2400"/>
              <a:buFont typeface="Poppins"/>
              <a:buNone/>
              <a:defRPr sz="2400">
                <a:solidFill>
                  <a:schemeClr val="lt1"/>
                </a:solidFill>
              </a:defRPr>
            </a:lvl5pPr>
            <a:lvl6pPr lvl="5">
              <a:spcBef>
                <a:spcPts val="0"/>
              </a:spcBef>
              <a:spcAft>
                <a:spcPts val="0"/>
              </a:spcAft>
              <a:buClr>
                <a:schemeClr val="lt1"/>
              </a:buClr>
              <a:buSzPts val="2400"/>
              <a:buFont typeface="Poppins"/>
              <a:buNone/>
              <a:defRPr sz="2400">
                <a:solidFill>
                  <a:schemeClr val="lt1"/>
                </a:solidFill>
              </a:defRPr>
            </a:lvl6pPr>
            <a:lvl7pPr lvl="6">
              <a:spcBef>
                <a:spcPts val="0"/>
              </a:spcBef>
              <a:spcAft>
                <a:spcPts val="0"/>
              </a:spcAft>
              <a:buClr>
                <a:schemeClr val="lt1"/>
              </a:buClr>
              <a:buSzPts val="2400"/>
              <a:buFont typeface="Poppins"/>
              <a:buNone/>
              <a:defRPr sz="2400">
                <a:solidFill>
                  <a:schemeClr val="lt1"/>
                </a:solidFill>
              </a:defRPr>
            </a:lvl7pPr>
            <a:lvl8pPr lvl="7">
              <a:spcBef>
                <a:spcPts val="0"/>
              </a:spcBef>
              <a:spcAft>
                <a:spcPts val="0"/>
              </a:spcAft>
              <a:buClr>
                <a:schemeClr val="lt1"/>
              </a:buClr>
              <a:buSzPts val="2400"/>
              <a:buFont typeface="Poppins"/>
              <a:buNone/>
              <a:defRPr sz="2400">
                <a:solidFill>
                  <a:schemeClr val="lt1"/>
                </a:solidFill>
              </a:defRPr>
            </a:lvl8pPr>
            <a:lvl9pPr lvl="8">
              <a:spcBef>
                <a:spcPts val="0"/>
              </a:spcBef>
              <a:spcAft>
                <a:spcPts val="0"/>
              </a:spcAft>
              <a:buClr>
                <a:schemeClr val="lt1"/>
              </a:buClr>
              <a:buSzPts val="2400"/>
              <a:buFont typeface="Poppins"/>
              <a:buNone/>
              <a:defRPr sz="2400">
                <a:solidFill>
                  <a:schemeClr val="lt1"/>
                </a:solidFill>
              </a:defRPr>
            </a:lvl9pPr>
          </a:lstStyle>
          <a:p/>
        </p:txBody>
      </p:sp>
      <p:sp>
        <p:nvSpPr>
          <p:cNvPr id="361" name="Google Shape;361;p26"/>
          <p:cNvSpPr txBox="1"/>
          <p:nvPr>
            <p:ph idx="5" type="title"/>
          </p:nvPr>
        </p:nvSpPr>
        <p:spPr>
          <a:xfrm>
            <a:off x="139700" y="1809275"/>
            <a:ext cx="3800400" cy="5565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362" name="Google Shape;362;p26"/>
          <p:cNvSpPr txBox="1"/>
          <p:nvPr>
            <p:ph idx="6" type="title"/>
          </p:nvPr>
        </p:nvSpPr>
        <p:spPr>
          <a:xfrm>
            <a:off x="139700" y="2584475"/>
            <a:ext cx="3800400" cy="474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a:lvl1pPr>
            <a:lvl2pPr lvl="1">
              <a:spcBef>
                <a:spcPts val="0"/>
              </a:spcBef>
              <a:spcAft>
                <a:spcPts val="0"/>
              </a:spcAft>
              <a:buClr>
                <a:schemeClr val="lt1"/>
              </a:buClr>
              <a:buSzPts val="2400"/>
              <a:buFont typeface="Poppins"/>
              <a:buNone/>
              <a:defRPr sz="2400">
                <a:solidFill>
                  <a:schemeClr val="lt1"/>
                </a:solidFill>
              </a:defRPr>
            </a:lvl2pPr>
            <a:lvl3pPr lvl="2">
              <a:spcBef>
                <a:spcPts val="0"/>
              </a:spcBef>
              <a:spcAft>
                <a:spcPts val="0"/>
              </a:spcAft>
              <a:buClr>
                <a:schemeClr val="lt1"/>
              </a:buClr>
              <a:buSzPts val="2400"/>
              <a:buFont typeface="Poppins"/>
              <a:buNone/>
              <a:defRPr sz="2400">
                <a:solidFill>
                  <a:schemeClr val="lt1"/>
                </a:solidFill>
              </a:defRPr>
            </a:lvl3pPr>
            <a:lvl4pPr lvl="3">
              <a:spcBef>
                <a:spcPts val="0"/>
              </a:spcBef>
              <a:spcAft>
                <a:spcPts val="0"/>
              </a:spcAft>
              <a:buClr>
                <a:schemeClr val="lt1"/>
              </a:buClr>
              <a:buSzPts val="2400"/>
              <a:buFont typeface="Poppins"/>
              <a:buNone/>
              <a:defRPr sz="2400">
                <a:solidFill>
                  <a:schemeClr val="lt1"/>
                </a:solidFill>
              </a:defRPr>
            </a:lvl4pPr>
            <a:lvl5pPr lvl="4">
              <a:spcBef>
                <a:spcPts val="0"/>
              </a:spcBef>
              <a:spcAft>
                <a:spcPts val="0"/>
              </a:spcAft>
              <a:buClr>
                <a:schemeClr val="lt1"/>
              </a:buClr>
              <a:buSzPts val="2400"/>
              <a:buFont typeface="Poppins"/>
              <a:buNone/>
              <a:defRPr sz="2400">
                <a:solidFill>
                  <a:schemeClr val="lt1"/>
                </a:solidFill>
              </a:defRPr>
            </a:lvl5pPr>
            <a:lvl6pPr lvl="5">
              <a:spcBef>
                <a:spcPts val="0"/>
              </a:spcBef>
              <a:spcAft>
                <a:spcPts val="0"/>
              </a:spcAft>
              <a:buClr>
                <a:schemeClr val="lt1"/>
              </a:buClr>
              <a:buSzPts val="2400"/>
              <a:buFont typeface="Poppins"/>
              <a:buNone/>
              <a:defRPr sz="2400">
                <a:solidFill>
                  <a:schemeClr val="lt1"/>
                </a:solidFill>
              </a:defRPr>
            </a:lvl6pPr>
            <a:lvl7pPr lvl="6">
              <a:spcBef>
                <a:spcPts val="0"/>
              </a:spcBef>
              <a:spcAft>
                <a:spcPts val="0"/>
              </a:spcAft>
              <a:buClr>
                <a:schemeClr val="lt1"/>
              </a:buClr>
              <a:buSzPts val="2400"/>
              <a:buFont typeface="Poppins"/>
              <a:buNone/>
              <a:defRPr sz="2400">
                <a:solidFill>
                  <a:schemeClr val="lt1"/>
                </a:solidFill>
              </a:defRPr>
            </a:lvl7pPr>
            <a:lvl8pPr lvl="7">
              <a:spcBef>
                <a:spcPts val="0"/>
              </a:spcBef>
              <a:spcAft>
                <a:spcPts val="0"/>
              </a:spcAft>
              <a:buClr>
                <a:schemeClr val="lt1"/>
              </a:buClr>
              <a:buSzPts val="2400"/>
              <a:buFont typeface="Poppins"/>
              <a:buNone/>
              <a:defRPr sz="2400">
                <a:solidFill>
                  <a:schemeClr val="lt1"/>
                </a:solidFill>
              </a:defRPr>
            </a:lvl8pPr>
            <a:lvl9pPr lvl="8">
              <a:spcBef>
                <a:spcPts val="0"/>
              </a:spcBef>
              <a:spcAft>
                <a:spcPts val="0"/>
              </a:spcAft>
              <a:buClr>
                <a:schemeClr val="lt1"/>
              </a:buClr>
              <a:buSzPts val="2400"/>
              <a:buFont typeface="Poppins"/>
              <a:buNone/>
              <a:defRPr sz="2400">
                <a:solidFill>
                  <a:schemeClr val="lt1"/>
                </a:solidFill>
              </a:defRPr>
            </a:lvl9pPr>
          </a:lstStyle>
          <a:p/>
        </p:txBody>
      </p:sp>
      <p:sp>
        <p:nvSpPr>
          <p:cNvPr id="363" name="Google Shape;363;p26"/>
          <p:cNvSpPr txBox="1"/>
          <p:nvPr>
            <p:ph idx="7" type="title"/>
          </p:nvPr>
        </p:nvSpPr>
        <p:spPr>
          <a:xfrm>
            <a:off x="139700" y="3099675"/>
            <a:ext cx="3800400" cy="5565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
        <p:nvSpPr>
          <p:cNvPr id="364" name="Google Shape;364;p26"/>
          <p:cNvSpPr txBox="1"/>
          <p:nvPr>
            <p:ph idx="8" type="title"/>
          </p:nvPr>
        </p:nvSpPr>
        <p:spPr>
          <a:xfrm>
            <a:off x="139700" y="3874875"/>
            <a:ext cx="3800400" cy="474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a:lvl1pPr>
            <a:lvl2pPr lvl="1">
              <a:spcBef>
                <a:spcPts val="0"/>
              </a:spcBef>
              <a:spcAft>
                <a:spcPts val="0"/>
              </a:spcAft>
              <a:buClr>
                <a:schemeClr val="lt1"/>
              </a:buClr>
              <a:buSzPts val="2400"/>
              <a:buFont typeface="Poppins"/>
              <a:buNone/>
              <a:defRPr sz="2400">
                <a:solidFill>
                  <a:schemeClr val="lt1"/>
                </a:solidFill>
              </a:defRPr>
            </a:lvl2pPr>
            <a:lvl3pPr lvl="2">
              <a:spcBef>
                <a:spcPts val="0"/>
              </a:spcBef>
              <a:spcAft>
                <a:spcPts val="0"/>
              </a:spcAft>
              <a:buClr>
                <a:schemeClr val="lt1"/>
              </a:buClr>
              <a:buSzPts val="2400"/>
              <a:buFont typeface="Poppins"/>
              <a:buNone/>
              <a:defRPr sz="2400">
                <a:solidFill>
                  <a:schemeClr val="lt1"/>
                </a:solidFill>
              </a:defRPr>
            </a:lvl3pPr>
            <a:lvl4pPr lvl="3">
              <a:spcBef>
                <a:spcPts val="0"/>
              </a:spcBef>
              <a:spcAft>
                <a:spcPts val="0"/>
              </a:spcAft>
              <a:buClr>
                <a:schemeClr val="lt1"/>
              </a:buClr>
              <a:buSzPts val="2400"/>
              <a:buFont typeface="Poppins"/>
              <a:buNone/>
              <a:defRPr sz="2400">
                <a:solidFill>
                  <a:schemeClr val="lt1"/>
                </a:solidFill>
              </a:defRPr>
            </a:lvl4pPr>
            <a:lvl5pPr lvl="4">
              <a:spcBef>
                <a:spcPts val="0"/>
              </a:spcBef>
              <a:spcAft>
                <a:spcPts val="0"/>
              </a:spcAft>
              <a:buClr>
                <a:schemeClr val="lt1"/>
              </a:buClr>
              <a:buSzPts val="2400"/>
              <a:buFont typeface="Poppins"/>
              <a:buNone/>
              <a:defRPr sz="2400">
                <a:solidFill>
                  <a:schemeClr val="lt1"/>
                </a:solidFill>
              </a:defRPr>
            </a:lvl5pPr>
            <a:lvl6pPr lvl="5">
              <a:spcBef>
                <a:spcPts val="0"/>
              </a:spcBef>
              <a:spcAft>
                <a:spcPts val="0"/>
              </a:spcAft>
              <a:buClr>
                <a:schemeClr val="lt1"/>
              </a:buClr>
              <a:buSzPts val="2400"/>
              <a:buFont typeface="Poppins"/>
              <a:buNone/>
              <a:defRPr sz="2400">
                <a:solidFill>
                  <a:schemeClr val="lt1"/>
                </a:solidFill>
              </a:defRPr>
            </a:lvl6pPr>
            <a:lvl7pPr lvl="6">
              <a:spcBef>
                <a:spcPts val="0"/>
              </a:spcBef>
              <a:spcAft>
                <a:spcPts val="0"/>
              </a:spcAft>
              <a:buClr>
                <a:schemeClr val="lt1"/>
              </a:buClr>
              <a:buSzPts val="2400"/>
              <a:buFont typeface="Poppins"/>
              <a:buNone/>
              <a:defRPr sz="2400">
                <a:solidFill>
                  <a:schemeClr val="lt1"/>
                </a:solidFill>
              </a:defRPr>
            </a:lvl7pPr>
            <a:lvl8pPr lvl="7">
              <a:spcBef>
                <a:spcPts val="0"/>
              </a:spcBef>
              <a:spcAft>
                <a:spcPts val="0"/>
              </a:spcAft>
              <a:buClr>
                <a:schemeClr val="lt1"/>
              </a:buClr>
              <a:buSzPts val="2400"/>
              <a:buFont typeface="Poppins"/>
              <a:buNone/>
              <a:defRPr sz="2400">
                <a:solidFill>
                  <a:schemeClr val="lt1"/>
                </a:solidFill>
              </a:defRPr>
            </a:lvl8pPr>
            <a:lvl9pPr lvl="8">
              <a:spcBef>
                <a:spcPts val="0"/>
              </a:spcBef>
              <a:spcAft>
                <a:spcPts val="0"/>
              </a:spcAft>
              <a:buClr>
                <a:schemeClr val="lt1"/>
              </a:buClr>
              <a:buSzPts val="2400"/>
              <a:buFont typeface="Poppins"/>
              <a:buNone/>
              <a:defRPr sz="2400">
                <a:solidFill>
                  <a:schemeClr val="lt1"/>
                </a:solidFill>
              </a:defRPr>
            </a:lvl9pPr>
          </a:lstStyle>
          <a:p/>
        </p:txBody>
      </p:sp>
      <p:sp>
        <p:nvSpPr>
          <p:cNvPr id="365" name="Google Shape;365;p26"/>
          <p:cNvSpPr txBox="1"/>
          <p:nvPr>
            <p:ph idx="9" type="title"/>
          </p:nvPr>
        </p:nvSpPr>
        <p:spPr>
          <a:xfrm>
            <a:off x="139700" y="4390075"/>
            <a:ext cx="3800400" cy="5565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2400"/>
              <a:buFont typeface="Instrument Sans"/>
              <a:buNone/>
              <a:defRPr sz="2400">
                <a:solidFill>
                  <a:schemeClr val="lt1"/>
                </a:solidFill>
                <a:latin typeface="Instrument Sans"/>
                <a:ea typeface="Instrument Sans"/>
                <a:cs typeface="Instrument Sans"/>
                <a:sym typeface="Instrument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7">
    <p:spTree>
      <p:nvGrpSpPr>
        <p:cNvPr id="366" name="Shape 366"/>
        <p:cNvGrpSpPr/>
        <p:nvPr/>
      </p:nvGrpSpPr>
      <p:grpSpPr>
        <a:xfrm>
          <a:off x="0" y="0"/>
          <a:ext cx="0" cy="0"/>
          <a:chOff x="0" y="0"/>
          <a:chExt cx="0" cy="0"/>
        </a:xfrm>
      </p:grpSpPr>
      <p:pic>
        <p:nvPicPr>
          <p:cNvPr id="367" name="Google Shape;367;p27"/>
          <p:cNvPicPr preferRelativeResize="0"/>
          <p:nvPr/>
        </p:nvPicPr>
        <p:blipFill rotWithShape="1">
          <a:blip r:embed="rId2">
            <a:alphaModFix/>
          </a:blip>
          <a:srcRect b="13329" l="0" r="0" t="10503"/>
          <a:stretch/>
        </p:blipFill>
        <p:spPr>
          <a:xfrm rot="10800000">
            <a:off x="135149" y="1285126"/>
            <a:ext cx="5075876" cy="3866199"/>
          </a:xfrm>
          <a:prstGeom prst="rect">
            <a:avLst/>
          </a:prstGeom>
          <a:noFill/>
          <a:ln>
            <a:noFill/>
          </a:ln>
        </p:spPr>
      </p:pic>
      <p:sp>
        <p:nvSpPr>
          <p:cNvPr descr="A solid green color" id="368" name="Google Shape;368;p27"/>
          <p:cNvSpPr/>
          <p:nvPr/>
        </p:nvSpPr>
        <p:spPr>
          <a:xfrm>
            <a:off x="135138" y="900"/>
            <a:ext cx="1257900" cy="128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descr="A solid blue color" id="369" name="Google Shape;369;p27"/>
          <p:cNvSpPr/>
          <p:nvPr/>
        </p:nvSpPr>
        <p:spPr>
          <a:xfrm>
            <a:off x="5218975" y="-1050"/>
            <a:ext cx="1257900" cy="1287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370" name="Google Shape;370;p27"/>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1" name="Google Shape;371;p27"/>
          <p:cNvSpPr txBox="1"/>
          <p:nvPr>
            <p:ph type="title"/>
          </p:nvPr>
        </p:nvSpPr>
        <p:spPr>
          <a:xfrm>
            <a:off x="128875" y="1666875"/>
            <a:ext cx="4922400" cy="3245400"/>
          </a:xfrm>
          <a:prstGeom prst="rect">
            <a:avLst/>
          </a:prstGeom>
        </p:spPr>
        <p:txBody>
          <a:bodyPr anchorCtr="0" anchor="b" bIns="0" lIns="91425" spcFirstLastPara="1" rIns="91425" wrap="square" tIns="91425">
            <a:spAutoFit/>
          </a:bodyPr>
          <a:lstStyle>
            <a:lvl1pPr lvl="0">
              <a:spcBef>
                <a:spcPts val="0"/>
              </a:spcBef>
              <a:spcAft>
                <a:spcPts val="0"/>
              </a:spcAft>
              <a:buClr>
                <a:schemeClr val="lt1"/>
              </a:buClr>
              <a:buSzPts val="6000"/>
              <a:buFont typeface="Poppins"/>
              <a:buNone/>
              <a:defRPr sz="60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2" name="Google Shape;372;p27"/>
          <p:cNvSpPr txBox="1"/>
          <p:nvPr>
            <p:ph idx="1" type="subTitle"/>
          </p:nvPr>
        </p:nvSpPr>
        <p:spPr>
          <a:xfrm>
            <a:off x="5305200" y="2579575"/>
            <a:ext cx="3596700" cy="1270200"/>
          </a:xfrm>
          <a:prstGeom prst="rect">
            <a:avLst/>
          </a:prstGeom>
        </p:spPr>
        <p:txBody>
          <a:bodyPr anchorCtr="0" anchor="t" bIns="91425" lIns="91425" spcFirstLastPara="1" rIns="91425" wrap="square" tIns="182875">
            <a:no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73" name="Google Shape;373;p27"/>
          <p:cNvSpPr txBox="1"/>
          <p:nvPr>
            <p:ph idx="2" type="subTitle"/>
          </p:nvPr>
        </p:nvSpPr>
        <p:spPr>
          <a:xfrm>
            <a:off x="5305225" y="3861475"/>
            <a:ext cx="3596700" cy="1050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
              <a:buFont typeface="Instrument Sans"/>
              <a:buNone/>
              <a:defRPr sz="1000">
                <a:latin typeface="Instrument Sans"/>
                <a:ea typeface="Instrument Sans"/>
                <a:cs typeface="Instrument Sans"/>
                <a:sym typeface="Instrument Sans"/>
              </a:defRPr>
            </a:lvl1pPr>
            <a:lvl2pPr lvl="1">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2pPr>
            <a:lvl3pPr lvl="2">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3pPr>
            <a:lvl4pPr lvl="3">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4pPr>
            <a:lvl5pPr lvl="4">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5pPr>
            <a:lvl6pPr lvl="5">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6pPr>
            <a:lvl7pPr lvl="6">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7pPr>
            <a:lvl8pPr lvl="7">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8pPr>
            <a:lvl9pPr lvl="8">
              <a:spcBef>
                <a:spcPts val="0"/>
              </a:spcBef>
              <a:spcAft>
                <a:spcPts val="0"/>
              </a:spcAft>
              <a:buClr>
                <a:schemeClr val="lt1"/>
              </a:buClr>
              <a:buSzPts val="1400"/>
              <a:buFont typeface="Instrument Sans"/>
              <a:buNone/>
              <a:defRPr>
                <a:solidFill>
                  <a:schemeClr val="lt1"/>
                </a:solidFill>
                <a:latin typeface="Instrument Sans"/>
                <a:ea typeface="Instrument Sans"/>
                <a:cs typeface="Instrument Sans"/>
                <a:sym typeface="Instrument Sans"/>
              </a:defRPr>
            </a:lvl9pPr>
          </a:lstStyle>
          <a:p/>
        </p:txBody>
      </p:sp>
      <p:sp>
        <p:nvSpPr>
          <p:cNvPr id="374" name="Google Shape;374;p27"/>
          <p:cNvSpPr/>
          <p:nvPr>
            <p:ph idx="3" type="pic"/>
          </p:nvPr>
        </p:nvSpPr>
        <p:spPr>
          <a:xfrm>
            <a:off x="7757975" y="1297450"/>
            <a:ext cx="1259700" cy="1275000"/>
          </a:xfrm>
          <a:prstGeom prst="rect">
            <a:avLst/>
          </a:prstGeom>
          <a:noFill/>
          <a:ln>
            <a:noFill/>
          </a:ln>
        </p:spPr>
      </p:sp>
      <p:grpSp>
        <p:nvGrpSpPr>
          <p:cNvPr id="375" name="Google Shape;375;p27"/>
          <p:cNvGrpSpPr/>
          <p:nvPr/>
        </p:nvGrpSpPr>
        <p:grpSpPr>
          <a:xfrm>
            <a:off x="128875" y="0"/>
            <a:ext cx="8894550" cy="5152800"/>
            <a:chOff x="128875" y="0"/>
            <a:chExt cx="8894550" cy="5152800"/>
          </a:xfrm>
        </p:grpSpPr>
        <p:cxnSp>
          <p:nvCxnSpPr>
            <p:cNvPr id="376" name="Google Shape;376;p27"/>
            <p:cNvCxnSpPr/>
            <p:nvPr/>
          </p:nvCxnSpPr>
          <p:spPr>
            <a:xfrm>
              <a:off x="6480997" y="1200"/>
              <a:ext cx="0" cy="25833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27"/>
            <p:cNvCxnSpPr/>
            <p:nvPr/>
          </p:nvCxnSpPr>
          <p:spPr>
            <a:xfrm>
              <a:off x="7752136" y="1200"/>
              <a:ext cx="0" cy="25833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27"/>
            <p:cNvCxnSpPr/>
            <p:nvPr/>
          </p:nvCxnSpPr>
          <p:spPr>
            <a:xfrm>
              <a:off x="5213125" y="2579575"/>
              <a:ext cx="3810300" cy="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27"/>
            <p:cNvCxnSpPr/>
            <p:nvPr/>
          </p:nvCxnSpPr>
          <p:spPr>
            <a:xfrm>
              <a:off x="5212100" y="1075"/>
              <a:ext cx="0" cy="51339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27"/>
            <p:cNvCxnSpPr/>
            <p:nvPr/>
          </p:nvCxnSpPr>
          <p:spPr>
            <a:xfrm>
              <a:off x="3940150" y="1200"/>
              <a:ext cx="0" cy="12903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27"/>
            <p:cNvCxnSpPr/>
            <p:nvPr/>
          </p:nvCxnSpPr>
          <p:spPr>
            <a:xfrm>
              <a:off x="2669725" y="1200"/>
              <a:ext cx="0" cy="12903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27"/>
            <p:cNvCxnSpPr/>
            <p:nvPr/>
          </p:nvCxnSpPr>
          <p:spPr>
            <a:xfrm>
              <a:off x="1399300" y="1200"/>
              <a:ext cx="0" cy="12903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27"/>
            <p:cNvCxnSpPr/>
            <p:nvPr/>
          </p:nvCxnSpPr>
          <p:spPr>
            <a:xfrm>
              <a:off x="128875" y="0"/>
              <a:ext cx="0" cy="51528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27"/>
            <p:cNvCxnSpPr/>
            <p:nvPr/>
          </p:nvCxnSpPr>
          <p:spPr>
            <a:xfrm>
              <a:off x="9023250" y="1200"/>
              <a:ext cx="0" cy="5143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27"/>
            <p:cNvCxnSpPr/>
            <p:nvPr/>
          </p:nvCxnSpPr>
          <p:spPr>
            <a:xfrm>
              <a:off x="128875" y="1291375"/>
              <a:ext cx="88944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2">
    <p:spTree>
      <p:nvGrpSpPr>
        <p:cNvPr id="386" name="Shape 386"/>
        <p:cNvGrpSpPr/>
        <p:nvPr/>
      </p:nvGrpSpPr>
      <p:grpSpPr>
        <a:xfrm>
          <a:off x="0" y="0"/>
          <a:ext cx="0" cy="0"/>
          <a:chOff x="0" y="0"/>
          <a:chExt cx="0" cy="0"/>
        </a:xfrm>
      </p:grpSpPr>
      <p:pic>
        <p:nvPicPr>
          <p:cNvPr id="387" name="Google Shape;387;p28"/>
          <p:cNvPicPr preferRelativeResize="0"/>
          <p:nvPr/>
        </p:nvPicPr>
        <p:blipFill rotWithShape="1">
          <a:blip r:embed="rId2">
            <a:alphaModFix/>
          </a:blip>
          <a:srcRect b="0" l="-14116" r="0" t="239"/>
          <a:stretch/>
        </p:blipFill>
        <p:spPr>
          <a:xfrm rot="-5400000">
            <a:off x="7090639" y="651563"/>
            <a:ext cx="2584673" cy="1271001"/>
          </a:xfrm>
          <a:prstGeom prst="rect">
            <a:avLst/>
          </a:prstGeom>
          <a:noFill/>
          <a:ln>
            <a:noFill/>
          </a:ln>
        </p:spPr>
      </p:pic>
      <p:sp>
        <p:nvSpPr>
          <p:cNvPr id="388" name="Google Shape;388;p28"/>
          <p:cNvSpPr/>
          <p:nvPr>
            <p:ph idx="2" type="pic"/>
          </p:nvPr>
        </p:nvSpPr>
        <p:spPr>
          <a:xfrm>
            <a:off x="125900" y="-5250"/>
            <a:ext cx="3826500" cy="2584800"/>
          </a:xfrm>
          <a:prstGeom prst="rect">
            <a:avLst/>
          </a:prstGeom>
          <a:noFill/>
          <a:ln>
            <a:noFill/>
          </a:ln>
        </p:spPr>
      </p:sp>
      <p:sp>
        <p:nvSpPr>
          <p:cNvPr id="389" name="Google Shape;389;p28"/>
          <p:cNvSpPr/>
          <p:nvPr>
            <p:ph idx="3" type="pic"/>
          </p:nvPr>
        </p:nvSpPr>
        <p:spPr>
          <a:xfrm>
            <a:off x="7756975" y="3876725"/>
            <a:ext cx="1261500" cy="1268100"/>
          </a:xfrm>
          <a:prstGeom prst="rect">
            <a:avLst/>
          </a:prstGeom>
          <a:noFill/>
          <a:ln>
            <a:noFill/>
          </a:ln>
        </p:spPr>
      </p:sp>
      <p:sp>
        <p:nvSpPr>
          <p:cNvPr id="390" name="Google Shape;390;p28"/>
          <p:cNvSpPr txBox="1"/>
          <p:nvPr>
            <p:ph type="title"/>
          </p:nvPr>
        </p:nvSpPr>
        <p:spPr>
          <a:xfrm>
            <a:off x="125900" y="2579575"/>
            <a:ext cx="6355200" cy="23328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4800"/>
              <a:buFont typeface="Poppins"/>
              <a:buNone/>
              <a:defRPr sz="4800"/>
            </a:lvl1pPr>
            <a:lvl2pPr lvl="1">
              <a:spcBef>
                <a:spcPts val="0"/>
              </a:spcBef>
              <a:spcAft>
                <a:spcPts val="0"/>
              </a:spcAft>
              <a:buClr>
                <a:schemeClr val="lt1"/>
              </a:buClr>
              <a:buSzPts val="1400"/>
              <a:buFont typeface="Poppins"/>
              <a:buNone/>
              <a:defRPr>
                <a:solidFill>
                  <a:schemeClr val="lt1"/>
                </a:solidFill>
              </a:defRPr>
            </a:lvl2pPr>
            <a:lvl3pPr lvl="2">
              <a:spcBef>
                <a:spcPts val="0"/>
              </a:spcBef>
              <a:spcAft>
                <a:spcPts val="0"/>
              </a:spcAft>
              <a:buClr>
                <a:schemeClr val="lt1"/>
              </a:buClr>
              <a:buSzPts val="1400"/>
              <a:buFont typeface="Poppins"/>
              <a:buNone/>
              <a:defRPr>
                <a:solidFill>
                  <a:schemeClr val="lt1"/>
                </a:solidFill>
              </a:defRPr>
            </a:lvl3pPr>
            <a:lvl4pPr lvl="3">
              <a:spcBef>
                <a:spcPts val="0"/>
              </a:spcBef>
              <a:spcAft>
                <a:spcPts val="0"/>
              </a:spcAft>
              <a:buClr>
                <a:schemeClr val="lt1"/>
              </a:buClr>
              <a:buSzPts val="1400"/>
              <a:buFont typeface="Poppins"/>
              <a:buNone/>
              <a:defRPr>
                <a:solidFill>
                  <a:schemeClr val="lt1"/>
                </a:solidFill>
              </a:defRPr>
            </a:lvl4pPr>
            <a:lvl5pPr lvl="4">
              <a:spcBef>
                <a:spcPts val="0"/>
              </a:spcBef>
              <a:spcAft>
                <a:spcPts val="0"/>
              </a:spcAft>
              <a:buClr>
                <a:schemeClr val="lt1"/>
              </a:buClr>
              <a:buSzPts val="1400"/>
              <a:buFont typeface="Poppins"/>
              <a:buNone/>
              <a:defRPr>
                <a:solidFill>
                  <a:schemeClr val="lt1"/>
                </a:solidFill>
              </a:defRPr>
            </a:lvl5pPr>
            <a:lvl6pPr lvl="5">
              <a:spcBef>
                <a:spcPts val="0"/>
              </a:spcBef>
              <a:spcAft>
                <a:spcPts val="0"/>
              </a:spcAft>
              <a:buClr>
                <a:schemeClr val="lt1"/>
              </a:buClr>
              <a:buSzPts val="1400"/>
              <a:buFont typeface="Poppins"/>
              <a:buNone/>
              <a:defRPr>
                <a:solidFill>
                  <a:schemeClr val="lt1"/>
                </a:solidFill>
              </a:defRPr>
            </a:lvl6pPr>
            <a:lvl7pPr lvl="6">
              <a:spcBef>
                <a:spcPts val="0"/>
              </a:spcBef>
              <a:spcAft>
                <a:spcPts val="0"/>
              </a:spcAft>
              <a:buClr>
                <a:schemeClr val="lt1"/>
              </a:buClr>
              <a:buSzPts val="1400"/>
              <a:buFont typeface="Poppins"/>
              <a:buNone/>
              <a:defRPr>
                <a:solidFill>
                  <a:schemeClr val="lt1"/>
                </a:solidFill>
              </a:defRPr>
            </a:lvl7pPr>
            <a:lvl8pPr lvl="7">
              <a:spcBef>
                <a:spcPts val="0"/>
              </a:spcBef>
              <a:spcAft>
                <a:spcPts val="0"/>
              </a:spcAft>
              <a:buClr>
                <a:schemeClr val="lt1"/>
              </a:buClr>
              <a:buSzPts val="1400"/>
              <a:buFont typeface="Poppins"/>
              <a:buNone/>
              <a:defRPr>
                <a:solidFill>
                  <a:schemeClr val="lt1"/>
                </a:solidFill>
              </a:defRPr>
            </a:lvl8pPr>
            <a:lvl9pPr lvl="8">
              <a:spcBef>
                <a:spcPts val="0"/>
              </a:spcBef>
              <a:spcAft>
                <a:spcPts val="0"/>
              </a:spcAft>
              <a:buClr>
                <a:schemeClr val="lt1"/>
              </a:buClr>
              <a:buSzPts val="1400"/>
              <a:buFont typeface="Poppins"/>
              <a:buNone/>
              <a:defRPr>
                <a:solidFill>
                  <a:schemeClr val="lt1"/>
                </a:solidFill>
              </a:defRPr>
            </a:lvl9pPr>
          </a:lstStyle>
          <a:p/>
        </p:txBody>
      </p:sp>
      <p:grpSp>
        <p:nvGrpSpPr>
          <p:cNvPr id="391" name="Google Shape;391;p28"/>
          <p:cNvGrpSpPr/>
          <p:nvPr/>
        </p:nvGrpSpPr>
        <p:grpSpPr>
          <a:xfrm>
            <a:off x="128875" y="-1950"/>
            <a:ext cx="8894675" cy="5146650"/>
            <a:chOff x="128875" y="-1950"/>
            <a:chExt cx="8894675" cy="5146650"/>
          </a:xfrm>
        </p:grpSpPr>
        <p:cxnSp>
          <p:nvCxnSpPr>
            <p:cNvPr id="392" name="Google Shape;392;p28"/>
            <p:cNvCxnSpPr/>
            <p:nvPr/>
          </p:nvCxnSpPr>
          <p:spPr>
            <a:xfrm>
              <a:off x="77521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393" name="Google Shape;393;p28"/>
            <p:cNvCxnSpPr/>
            <p:nvPr/>
          </p:nvCxnSpPr>
          <p:spPr>
            <a:xfrm>
              <a:off x="5212100" y="-8"/>
              <a:ext cx="0" cy="1287000"/>
            </a:xfrm>
            <a:prstGeom prst="straightConnector1">
              <a:avLst/>
            </a:prstGeom>
            <a:noFill/>
            <a:ln cap="flat" cmpd="sng" w="9525">
              <a:solidFill>
                <a:schemeClr val="accent3"/>
              </a:solidFill>
              <a:prstDash val="solid"/>
              <a:round/>
              <a:headEnd len="med" w="med" type="none"/>
              <a:tailEnd len="med" w="med" type="none"/>
            </a:ln>
          </p:spPr>
        </p:cxnSp>
        <p:cxnSp>
          <p:nvCxnSpPr>
            <p:cNvPr id="394" name="Google Shape;394;p28"/>
            <p:cNvCxnSpPr/>
            <p:nvPr/>
          </p:nvCxnSpPr>
          <p:spPr>
            <a:xfrm>
              <a:off x="3950538" y="-1950"/>
              <a:ext cx="0" cy="2578200"/>
            </a:xfrm>
            <a:prstGeom prst="straightConnector1">
              <a:avLst/>
            </a:prstGeom>
            <a:noFill/>
            <a:ln cap="flat" cmpd="sng" w="9525">
              <a:solidFill>
                <a:schemeClr val="accent3"/>
              </a:solidFill>
              <a:prstDash val="solid"/>
              <a:round/>
              <a:headEnd len="med" w="med" type="none"/>
              <a:tailEnd len="med" w="med" type="none"/>
            </a:ln>
          </p:spPr>
        </p:cxnSp>
        <p:cxnSp>
          <p:nvCxnSpPr>
            <p:cNvPr id="395" name="Google Shape;395;p28"/>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396" name="Google Shape;396;p28"/>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397" name="Google Shape;397;p28"/>
            <p:cNvCxnSpPr>
              <a:endCxn id="398" idx="3"/>
            </p:cNvCxnSpPr>
            <p:nvPr/>
          </p:nvCxnSpPr>
          <p:spPr>
            <a:xfrm flipH="1" rot="10800000">
              <a:off x="3953100" y="1284725"/>
              <a:ext cx="3796800" cy="6600"/>
            </a:xfrm>
            <a:prstGeom prst="straightConnector1">
              <a:avLst/>
            </a:prstGeom>
            <a:noFill/>
            <a:ln cap="flat" cmpd="sng" w="9525">
              <a:solidFill>
                <a:schemeClr val="accent3"/>
              </a:solidFill>
              <a:prstDash val="solid"/>
              <a:round/>
              <a:headEnd len="med" w="med" type="none"/>
              <a:tailEnd len="med" w="med" type="none"/>
            </a:ln>
          </p:spPr>
        </p:cxnSp>
        <p:cxnSp>
          <p:nvCxnSpPr>
            <p:cNvPr id="399" name="Google Shape;399;p28"/>
            <p:cNvCxnSpPr/>
            <p:nvPr/>
          </p:nvCxnSpPr>
          <p:spPr>
            <a:xfrm>
              <a:off x="7753950" y="3875875"/>
              <a:ext cx="1269600" cy="0"/>
            </a:xfrm>
            <a:prstGeom prst="straightConnector1">
              <a:avLst/>
            </a:prstGeom>
            <a:noFill/>
            <a:ln cap="flat" cmpd="sng" w="9525">
              <a:solidFill>
                <a:schemeClr val="accent3"/>
              </a:solidFill>
              <a:prstDash val="solid"/>
              <a:round/>
              <a:headEnd len="med" w="med" type="none"/>
              <a:tailEnd len="med" w="med" type="none"/>
            </a:ln>
          </p:spPr>
        </p:cxnSp>
        <p:cxnSp>
          <p:nvCxnSpPr>
            <p:cNvPr id="400" name="Google Shape;400;p28"/>
            <p:cNvCxnSpPr/>
            <p:nvPr/>
          </p:nvCxnSpPr>
          <p:spPr>
            <a:xfrm>
              <a:off x="6481000" y="-1125"/>
              <a:ext cx="0" cy="1288200"/>
            </a:xfrm>
            <a:prstGeom prst="straightConnector1">
              <a:avLst/>
            </a:prstGeom>
            <a:noFill/>
            <a:ln cap="flat" cmpd="sng" w="9525">
              <a:solidFill>
                <a:schemeClr val="accent3"/>
              </a:solidFill>
              <a:prstDash val="solid"/>
              <a:round/>
              <a:headEnd len="med" w="med" type="none"/>
              <a:tailEnd len="med" w="med" type="none"/>
            </a:ln>
          </p:spPr>
        </p:cxnSp>
        <p:cxnSp>
          <p:nvCxnSpPr>
            <p:cNvPr id="401" name="Google Shape;401;p28"/>
            <p:cNvCxnSpPr/>
            <p:nvPr/>
          </p:nvCxnSpPr>
          <p:spPr>
            <a:xfrm>
              <a:off x="143975" y="2579575"/>
              <a:ext cx="8876400" cy="0"/>
            </a:xfrm>
            <a:prstGeom prst="straightConnector1">
              <a:avLst/>
            </a:prstGeom>
            <a:noFill/>
            <a:ln cap="flat" cmpd="sng" w="9525">
              <a:solidFill>
                <a:schemeClr val="accent3"/>
              </a:solidFill>
              <a:prstDash val="solid"/>
              <a:round/>
              <a:headEnd len="med" w="med" type="none"/>
              <a:tailEnd len="med" w="med" type="none"/>
            </a:ln>
          </p:spPr>
        </p:cxnSp>
      </p:grpSp>
    </p:spTree>
  </p:cSld>
  <p:clrMapOvr>
    <a:masterClrMapping/>
  </p:clrMapOvr>
  <p:extLst>
    <p:ext uri="{DCECCB84-F9BA-43D5-87BE-67443E8EF086}">
      <p15:sldGuideLst>
        <p15:guide id="1" orient="horz" pos="2304">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2">
  <p:cSld name="BLANK_1_1_1_1_1_1_1_2">
    <p:spTree>
      <p:nvGrpSpPr>
        <p:cNvPr id="402" name="Shape 402"/>
        <p:cNvGrpSpPr/>
        <p:nvPr/>
      </p:nvGrpSpPr>
      <p:grpSpPr>
        <a:xfrm>
          <a:off x="0" y="0"/>
          <a:ext cx="0" cy="0"/>
          <a:chOff x="0" y="0"/>
          <a:chExt cx="0" cy="0"/>
        </a:xfrm>
      </p:grpSpPr>
      <p:pic>
        <p:nvPicPr>
          <p:cNvPr id="403" name="Google Shape;403;p29"/>
          <p:cNvPicPr preferRelativeResize="0"/>
          <p:nvPr/>
        </p:nvPicPr>
        <p:blipFill rotWithShape="1">
          <a:blip r:embed="rId2">
            <a:alphaModFix/>
          </a:blip>
          <a:srcRect b="0" l="1088" r="0" t="0"/>
          <a:stretch/>
        </p:blipFill>
        <p:spPr>
          <a:xfrm>
            <a:off x="128875" y="-6275"/>
            <a:ext cx="9044225" cy="5143500"/>
          </a:xfrm>
          <a:prstGeom prst="rect">
            <a:avLst/>
          </a:prstGeom>
          <a:noFill/>
          <a:ln>
            <a:noFill/>
          </a:ln>
        </p:spPr>
      </p:pic>
      <p:sp>
        <p:nvSpPr>
          <p:cNvPr id="404" name="Google Shape;404;p29"/>
          <p:cNvSpPr txBox="1"/>
          <p:nvPr>
            <p:ph idx="1" type="subTitle"/>
          </p:nvPr>
        </p:nvSpPr>
        <p:spPr>
          <a:xfrm>
            <a:off x="128875" y="-450"/>
            <a:ext cx="2541000" cy="12918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accent6"/>
                </a:solidFill>
                <a:latin typeface="Instrument Sans"/>
                <a:ea typeface="Instrument Sans"/>
                <a:cs typeface="Instrument Sans"/>
                <a:sym typeface="Instrument Sans"/>
              </a:defRPr>
            </a:lvl1pPr>
            <a:lvl2pPr lvl="1">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2pPr>
            <a:lvl3pPr lvl="2">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3pPr>
            <a:lvl4pPr lvl="3">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4pPr>
            <a:lvl5pPr lvl="4">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5pPr>
            <a:lvl6pPr lvl="5">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6pPr>
            <a:lvl7pPr lvl="6">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7pPr>
            <a:lvl8pPr lvl="7">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8pPr>
            <a:lvl9pPr lvl="8">
              <a:spcBef>
                <a:spcPts val="0"/>
              </a:spcBef>
              <a:spcAft>
                <a:spcPts val="0"/>
              </a:spcAft>
              <a:buClr>
                <a:schemeClr val="accent6"/>
              </a:buClr>
              <a:buSzPts val="800"/>
              <a:buFont typeface="Instrument Sans"/>
              <a:buNone/>
              <a:defRPr sz="800">
                <a:solidFill>
                  <a:schemeClr val="accent6"/>
                </a:solidFill>
                <a:latin typeface="Instrument Sans"/>
                <a:ea typeface="Instrument Sans"/>
                <a:cs typeface="Instrument Sans"/>
                <a:sym typeface="Instrument Sans"/>
              </a:defRPr>
            </a:lvl9pPr>
          </a:lstStyle>
          <a:p/>
        </p:txBody>
      </p:sp>
      <p:sp>
        <p:nvSpPr>
          <p:cNvPr id="405" name="Google Shape;405;p29"/>
          <p:cNvSpPr txBox="1"/>
          <p:nvPr>
            <p:ph type="title"/>
          </p:nvPr>
        </p:nvSpPr>
        <p:spPr>
          <a:xfrm>
            <a:off x="128125" y="2579575"/>
            <a:ext cx="5346900" cy="2332800"/>
          </a:xfrm>
          <a:prstGeom prst="rect">
            <a:avLst/>
          </a:prstGeom>
        </p:spPr>
        <p:txBody>
          <a:bodyPr anchorCtr="0" anchor="b" bIns="0" lIns="91425" spcFirstLastPara="1" rIns="91425" wrap="square" tIns="91425">
            <a:noAutofit/>
          </a:bodyPr>
          <a:lstStyle>
            <a:lvl1pPr lvl="0">
              <a:spcBef>
                <a:spcPts val="0"/>
              </a:spcBef>
              <a:spcAft>
                <a:spcPts val="0"/>
              </a:spcAft>
              <a:buNone/>
              <a:defRPr/>
            </a:lvl1pPr>
            <a:lvl2pPr lvl="1">
              <a:lnSpc>
                <a:spcPct val="115000"/>
              </a:lnSpc>
              <a:spcBef>
                <a:spcPts val="0"/>
              </a:spcBef>
              <a:spcAft>
                <a:spcPts val="0"/>
              </a:spcAft>
              <a:buNone/>
              <a:defRPr>
                <a:latin typeface="Poppins SemiBold"/>
                <a:ea typeface="Poppins SemiBold"/>
                <a:cs typeface="Poppins SemiBold"/>
                <a:sym typeface="Poppins SemiBold"/>
              </a:defRPr>
            </a:lvl2pPr>
            <a:lvl3pPr lvl="2">
              <a:lnSpc>
                <a:spcPct val="115000"/>
              </a:lnSpc>
              <a:spcBef>
                <a:spcPts val="0"/>
              </a:spcBef>
              <a:spcAft>
                <a:spcPts val="0"/>
              </a:spcAft>
              <a:buNone/>
              <a:defRPr>
                <a:latin typeface="Poppins SemiBold"/>
                <a:ea typeface="Poppins SemiBold"/>
                <a:cs typeface="Poppins SemiBold"/>
                <a:sym typeface="Poppins SemiBold"/>
              </a:defRPr>
            </a:lvl3pPr>
            <a:lvl4pPr lvl="3">
              <a:lnSpc>
                <a:spcPct val="115000"/>
              </a:lnSpc>
              <a:spcBef>
                <a:spcPts val="0"/>
              </a:spcBef>
              <a:spcAft>
                <a:spcPts val="0"/>
              </a:spcAft>
              <a:buNone/>
              <a:defRPr>
                <a:latin typeface="Poppins SemiBold"/>
                <a:ea typeface="Poppins SemiBold"/>
                <a:cs typeface="Poppins SemiBold"/>
                <a:sym typeface="Poppins SemiBold"/>
              </a:defRPr>
            </a:lvl4pPr>
            <a:lvl5pPr lvl="4">
              <a:lnSpc>
                <a:spcPct val="115000"/>
              </a:lnSpc>
              <a:spcBef>
                <a:spcPts val="0"/>
              </a:spcBef>
              <a:spcAft>
                <a:spcPts val="0"/>
              </a:spcAft>
              <a:buNone/>
              <a:defRPr>
                <a:latin typeface="Poppins SemiBold"/>
                <a:ea typeface="Poppins SemiBold"/>
                <a:cs typeface="Poppins SemiBold"/>
                <a:sym typeface="Poppins SemiBold"/>
              </a:defRPr>
            </a:lvl5pPr>
            <a:lvl6pPr lvl="5">
              <a:lnSpc>
                <a:spcPct val="115000"/>
              </a:lnSpc>
              <a:spcBef>
                <a:spcPts val="0"/>
              </a:spcBef>
              <a:spcAft>
                <a:spcPts val="0"/>
              </a:spcAft>
              <a:buNone/>
              <a:defRPr>
                <a:latin typeface="Poppins SemiBold"/>
                <a:ea typeface="Poppins SemiBold"/>
                <a:cs typeface="Poppins SemiBold"/>
                <a:sym typeface="Poppins SemiBold"/>
              </a:defRPr>
            </a:lvl6pPr>
            <a:lvl7pPr lvl="6">
              <a:lnSpc>
                <a:spcPct val="115000"/>
              </a:lnSpc>
              <a:spcBef>
                <a:spcPts val="0"/>
              </a:spcBef>
              <a:spcAft>
                <a:spcPts val="0"/>
              </a:spcAft>
              <a:buNone/>
              <a:defRPr>
                <a:latin typeface="Poppins SemiBold"/>
                <a:ea typeface="Poppins SemiBold"/>
                <a:cs typeface="Poppins SemiBold"/>
                <a:sym typeface="Poppins SemiBold"/>
              </a:defRPr>
            </a:lvl7pPr>
            <a:lvl8pPr lvl="7">
              <a:lnSpc>
                <a:spcPct val="115000"/>
              </a:lnSpc>
              <a:spcBef>
                <a:spcPts val="0"/>
              </a:spcBef>
              <a:spcAft>
                <a:spcPts val="0"/>
              </a:spcAft>
              <a:buNone/>
              <a:defRPr>
                <a:latin typeface="Poppins SemiBold"/>
                <a:ea typeface="Poppins SemiBold"/>
                <a:cs typeface="Poppins SemiBold"/>
                <a:sym typeface="Poppins SemiBold"/>
              </a:defRPr>
            </a:lvl8pPr>
            <a:lvl9pPr lvl="8">
              <a:lnSpc>
                <a:spcPct val="115000"/>
              </a:lnSpc>
              <a:spcBef>
                <a:spcPts val="0"/>
              </a:spcBef>
              <a:spcAft>
                <a:spcPts val="0"/>
              </a:spcAft>
              <a:buNone/>
              <a:defRPr>
                <a:latin typeface="Poppins SemiBold"/>
                <a:ea typeface="Poppins SemiBold"/>
                <a:cs typeface="Poppins SemiBold"/>
                <a:sym typeface="Poppins SemiBold"/>
              </a:defRPr>
            </a:lvl9pPr>
          </a:lstStyle>
          <a:p/>
        </p:txBody>
      </p:sp>
      <p:sp>
        <p:nvSpPr>
          <p:cNvPr id="406" name="Google Shape;406;p29"/>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7" name="Google Shape;407;p29"/>
          <p:cNvSpPr/>
          <p:nvPr>
            <p:ph idx="2" type="pic"/>
          </p:nvPr>
        </p:nvSpPr>
        <p:spPr>
          <a:xfrm>
            <a:off x="2673625" y="-3975"/>
            <a:ext cx="1261800" cy="1291800"/>
          </a:xfrm>
          <a:prstGeom prst="rect">
            <a:avLst/>
          </a:prstGeom>
          <a:noFill/>
          <a:ln>
            <a:noFill/>
          </a:ln>
        </p:spPr>
      </p:sp>
      <p:sp>
        <p:nvSpPr>
          <p:cNvPr id="408" name="Google Shape;408;p29"/>
          <p:cNvSpPr/>
          <p:nvPr>
            <p:ph idx="3" type="pic"/>
          </p:nvPr>
        </p:nvSpPr>
        <p:spPr>
          <a:xfrm>
            <a:off x="7752125" y="-2225"/>
            <a:ext cx="1264500" cy="3858300"/>
          </a:xfrm>
          <a:prstGeom prst="rect">
            <a:avLst/>
          </a:prstGeom>
          <a:noFill/>
          <a:ln>
            <a:noFill/>
          </a:ln>
        </p:spPr>
      </p:sp>
      <p:grpSp>
        <p:nvGrpSpPr>
          <p:cNvPr id="409" name="Google Shape;409;p29"/>
          <p:cNvGrpSpPr/>
          <p:nvPr/>
        </p:nvGrpSpPr>
        <p:grpSpPr>
          <a:xfrm>
            <a:off x="128875" y="-3350"/>
            <a:ext cx="8890817" cy="5151000"/>
            <a:chOff x="128875" y="-3350"/>
            <a:chExt cx="8894375" cy="5151000"/>
          </a:xfrm>
        </p:grpSpPr>
        <p:cxnSp>
          <p:nvCxnSpPr>
            <p:cNvPr id="410" name="Google Shape;410;p29"/>
            <p:cNvCxnSpPr/>
            <p:nvPr/>
          </p:nvCxnSpPr>
          <p:spPr>
            <a:xfrm>
              <a:off x="6481000" y="-1125"/>
              <a:ext cx="0" cy="5145900"/>
            </a:xfrm>
            <a:prstGeom prst="straightConnector1">
              <a:avLst/>
            </a:prstGeom>
            <a:noFill/>
            <a:ln cap="flat" cmpd="sng" w="9525">
              <a:solidFill>
                <a:schemeClr val="accent3"/>
              </a:solidFill>
              <a:prstDash val="solid"/>
              <a:round/>
              <a:headEnd len="med" w="med" type="none"/>
              <a:tailEnd len="med" w="med" type="none"/>
            </a:ln>
          </p:spPr>
        </p:cxnSp>
        <p:cxnSp>
          <p:nvCxnSpPr>
            <p:cNvPr id="411" name="Google Shape;411;p29"/>
            <p:cNvCxnSpPr/>
            <p:nvPr/>
          </p:nvCxnSpPr>
          <p:spPr>
            <a:xfrm>
              <a:off x="7752125" y="-3350"/>
              <a:ext cx="0" cy="5151000"/>
            </a:xfrm>
            <a:prstGeom prst="straightConnector1">
              <a:avLst/>
            </a:prstGeom>
            <a:noFill/>
            <a:ln cap="flat" cmpd="sng" w="9525">
              <a:solidFill>
                <a:schemeClr val="accent3"/>
              </a:solidFill>
              <a:prstDash val="solid"/>
              <a:round/>
              <a:headEnd len="med" w="med" type="none"/>
              <a:tailEnd len="med" w="med" type="none"/>
            </a:ln>
          </p:spPr>
        </p:cxnSp>
        <p:cxnSp>
          <p:nvCxnSpPr>
            <p:cNvPr id="412" name="Google Shape;412;p29"/>
            <p:cNvCxnSpPr/>
            <p:nvPr/>
          </p:nvCxnSpPr>
          <p:spPr>
            <a:xfrm>
              <a:off x="6483092" y="3861475"/>
              <a:ext cx="2537700" cy="0"/>
            </a:xfrm>
            <a:prstGeom prst="straightConnector1">
              <a:avLst/>
            </a:prstGeom>
            <a:noFill/>
            <a:ln cap="flat" cmpd="sng" w="9525">
              <a:solidFill>
                <a:schemeClr val="accent3"/>
              </a:solidFill>
              <a:prstDash val="solid"/>
              <a:round/>
              <a:headEnd len="med" w="med" type="none"/>
              <a:tailEnd len="med" w="med" type="none"/>
            </a:ln>
          </p:spPr>
        </p:cxnSp>
        <p:cxnSp>
          <p:nvCxnSpPr>
            <p:cNvPr id="413" name="Google Shape;413;p29"/>
            <p:cNvCxnSpPr/>
            <p:nvPr/>
          </p:nvCxnSpPr>
          <p:spPr>
            <a:xfrm>
              <a:off x="6484267" y="2579575"/>
              <a:ext cx="1268700" cy="0"/>
            </a:xfrm>
            <a:prstGeom prst="straightConnector1">
              <a:avLst/>
            </a:prstGeom>
            <a:noFill/>
            <a:ln cap="flat" cmpd="sng" w="9525">
              <a:solidFill>
                <a:schemeClr val="accent3"/>
              </a:solidFill>
              <a:prstDash val="solid"/>
              <a:round/>
              <a:headEnd len="med" w="med" type="none"/>
              <a:tailEnd len="med" w="med" type="none"/>
            </a:ln>
          </p:spPr>
        </p:cxnSp>
        <p:cxnSp>
          <p:nvCxnSpPr>
            <p:cNvPr id="414" name="Google Shape;414;p29"/>
            <p:cNvCxnSpPr/>
            <p:nvPr/>
          </p:nvCxnSpPr>
          <p:spPr>
            <a:xfrm>
              <a:off x="5212108" y="-616"/>
              <a:ext cx="0" cy="1291200"/>
            </a:xfrm>
            <a:prstGeom prst="straightConnector1">
              <a:avLst/>
            </a:prstGeom>
            <a:noFill/>
            <a:ln cap="flat" cmpd="sng" w="9525">
              <a:solidFill>
                <a:schemeClr val="accent3"/>
              </a:solidFill>
              <a:prstDash val="solid"/>
              <a:round/>
              <a:headEnd len="med" w="med" type="none"/>
              <a:tailEnd len="med" w="med" type="none"/>
            </a:ln>
          </p:spPr>
        </p:cxnSp>
        <p:cxnSp>
          <p:nvCxnSpPr>
            <p:cNvPr id="415" name="Google Shape;415;p29"/>
            <p:cNvCxnSpPr/>
            <p:nvPr/>
          </p:nvCxnSpPr>
          <p:spPr>
            <a:xfrm>
              <a:off x="3940162" y="-616"/>
              <a:ext cx="0" cy="1291200"/>
            </a:xfrm>
            <a:prstGeom prst="straightConnector1">
              <a:avLst/>
            </a:prstGeom>
            <a:noFill/>
            <a:ln cap="flat" cmpd="sng" w="9525">
              <a:solidFill>
                <a:schemeClr val="accent3"/>
              </a:solidFill>
              <a:prstDash val="solid"/>
              <a:round/>
              <a:headEnd len="med" w="med" type="none"/>
              <a:tailEnd len="med" w="med" type="none"/>
            </a:ln>
          </p:spPr>
        </p:cxnSp>
        <p:cxnSp>
          <p:nvCxnSpPr>
            <p:cNvPr id="416" name="Google Shape;416;p29"/>
            <p:cNvCxnSpPr/>
            <p:nvPr/>
          </p:nvCxnSpPr>
          <p:spPr>
            <a:xfrm>
              <a:off x="2669741" y="-1225"/>
              <a:ext cx="0" cy="1291800"/>
            </a:xfrm>
            <a:prstGeom prst="straightConnector1">
              <a:avLst/>
            </a:prstGeom>
            <a:noFill/>
            <a:ln cap="flat" cmpd="sng" w="9525">
              <a:solidFill>
                <a:schemeClr val="accent3"/>
              </a:solidFill>
              <a:prstDash val="solid"/>
              <a:round/>
              <a:headEnd len="med" w="med" type="none"/>
              <a:tailEnd len="med" w="med" type="none"/>
            </a:ln>
          </p:spPr>
        </p:cxnSp>
        <p:cxnSp>
          <p:nvCxnSpPr>
            <p:cNvPr id="417" name="Google Shape;417;p29"/>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418" name="Google Shape;418;p29"/>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419" name="Google Shape;419;p29"/>
            <p:cNvCxnSpPr/>
            <p:nvPr/>
          </p:nvCxnSpPr>
          <p:spPr>
            <a:xfrm>
              <a:off x="128875" y="1291375"/>
              <a:ext cx="7626300" cy="0"/>
            </a:xfrm>
            <a:prstGeom prst="straightConnector1">
              <a:avLst/>
            </a:prstGeom>
            <a:noFill/>
            <a:ln cap="flat" cmpd="sng" w="9525">
              <a:solidFill>
                <a:schemeClr val="accent3"/>
              </a:solidFill>
              <a:prstDash val="solid"/>
              <a:round/>
              <a:headEnd len="med" w="med" type="none"/>
              <a:tailEnd len="med" w="med" type="none"/>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0" name="Shape 420"/>
        <p:cNvGrpSpPr/>
        <p:nvPr/>
      </p:nvGrpSpPr>
      <p:grpSpPr>
        <a:xfrm>
          <a:off x="0" y="0"/>
          <a:ext cx="0" cy="0"/>
          <a:chOff x="0" y="0"/>
          <a:chExt cx="0" cy="0"/>
        </a:xfrm>
      </p:grpSpPr>
      <p:sp>
        <p:nvSpPr>
          <p:cNvPr id="421" name="Google Shape;421;p30"/>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22" name="Google Shape;422;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23" name="Shape 423"/>
        <p:cNvGrpSpPr/>
        <p:nvPr/>
      </p:nvGrpSpPr>
      <p:grpSpPr>
        <a:xfrm>
          <a:off x="0" y="0"/>
          <a:ext cx="0" cy="0"/>
          <a:chOff x="0" y="0"/>
          <a:chExt cx="0" cy="0"/>
        </a:xfrm>
      </p:grpSpPr>
      <p:sp>
        <p:nvSpPr>
          <p:cNvPr id="424" name="Google Shape;424;p31"/>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25" name="Shape 425"/>
        <p:cNvGrpSpPr/>
        <p:nvPr/>
      </p:nvGrpSpPr>
      <p:grpSpPr>
        <a:xfrm>
          <a:off x="0" y="0"/>
          <a:ext cx="0" cy="0"/>
          <a:chOff x="0" y="0"/>
          <a:chExt cx="0" cy="0"/>
        </a:xfrm>
      </p:grpSpPr>
      <p:sp>
        <p:nvSpPr>
          <p:cNvPr id="426" name="Google Shape;426;p3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27" name="Google Shape;427;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28" name="Shape 428"/>
        <p:cNvGrpSpPr/>
        <p:nvPr/>
      </p:nvGrpSpPr>
      <p:grpSpPr>
        <a:xfrm>
          <a:off x="0" y="0"/>
          <a:ext cx="0" cy="0"/>
          <a:chOff x="0" y="0"/>
          <a:chExt cx="0" cy="0"/>
        </a:xfrm>
      </p:grpSpPr>
      <p:sp>
        <p:nvSpPr>
          <p:cNvPr id="429" name="Google Shape;429;p3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0" name="Google Shape;430;p3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1" name="Google Shape;431;p3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32" name="Shape 432"/>
        <p:cNvGrpSpPr/>
        <p:nvPr/>
      </p:nvGrpSpPr>
      <p:grpSpPr>
        <a:xfrm>
          <a:off x="0" y="0"/>
          <a:ext cx="0" cy="0"/>
          <a:chOff x="0" y="0"/>
          <a:chExt cx="0" cy="0"/>
        </a:xfrm>
      </p:grpSpPr>
      <p:sp>
        <p:nvSpPr>
          <p:cNvPr id="433" name="Google Shape;433;p3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34" name="Shape 434"/>
        <p:cNvGrpSpPr/>
        <p:nvPr/>
      </p:nvGrpSpPr>
      <p:grpSpPr>
        <a:xfrm>
          <a:off x="0" y="0"/>
          <a:ext cx="0" cy="0"/>
          <a:chOff x="0" y="0"/>
          <a:chExt cx="0" cy="0"/>
        </a:xfrm>
      </p:grpSpPr>
      <p:sp>
        <p:nvSpPr>
          <p:cNvPr id="435" name="Google Shape;435;p35"/>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436" name="Google Shape;436;p3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37" name="Shape 437"/>
        <p:cNvGrpSpPr/>
        <p:nvPr/>
      </p:nvGrpSpPr>
      <p:grpSpPr>
        <a:xfrm>
          <a:off x="0" y="0"/>
          <a:ext cx="0" cy="0"/>
          <a:chOff x="0" y="0"/>
          <a:chExt cx="0" cy="0"/>
        </a:xfrm>
      </p:grpSpPr>
      <p:sp>
        <p:nvSpPr>
          <p:cNvPr id="438" name="Google Shape;438;p36"/>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39" name="Shape 439"/>
        <p:cNvGrpSpPr/>
        <p:nvPr/>
      </p:nvGrpSpPr>
      <p:grpSpPr>
        <a:xfrm>
          <a:off x="0" y="0"/>
          <a:ext cx="0" cy="0"/>
          <a:chOff x="0" y="0"/>
          <a:chExt cx="0" cy="0"/>
        </a:xfrm>
      </p:grpSpPr>
      <p:sp>
        <p:nvSpPr>
          <p:cNvPr id="440" name="Google Shape;440;p37"/>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441" name="Google Shape;441;p3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42" name="Google Shape;442;p3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43" name="Shape 443"/>
        <p:cNvGrpSpPr/>
        <p:nvPr/>
      </p:nvGrpSpPr>
      <p:grpSpPr>
        <a:xfrm>
          <a:off x="0" y="0"/>
          <a:ext cx="0" cy="0"/>
          <a:chOff x="0" y="0"/>
          <a:chExt cx="0" cy="0"/>
        </a:xfrm>
      </p:grpSpPr>
      <p:sp>
        <p:nvSpPr>
          <p:cNvPr id="444" name="Google Shape;444;p3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45" name="Shape 445"/>
        <p:cNvGrpSpPr/>
        <p:nvPr/>
      </p:nvGrpSpPr>
      <p:grpSpPr>
        <a:xfrm>
          <a:off x="0" y="0"/>
          <a:ext cx="0" cy="0"/>
          <a:chOff x="0" y="0"/>
          <a:chExt cx="0" cy="0"/>
        </a:xfrm>
      </p:grpSpPr>
      <p:sp>
        <p:nvSpPr>
          <p:cNvPr id="446" name="Google Shape;446;p3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47" name="Google Shape;447;p3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48" name="Shape 448"/>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49" name="Shape 449"/>
        <p:cNvGrpSpPr/>
        <p:nvPr/>
      </p:nvGrpSpPr>
      <p:grpSpPr>
        <a:xfrm>
          <a:off x="0" y="0"/>
          <a:ext cx="0" cy="0"/>
          <a:chOff x="0" y="0"/>
          <a:chExt cx="0" cy="0"/>
        </a:xfrm>
      </p:grpSpPr>
      <p:sp>
        <p:nvSpPr>
          <p:cNvPr id="450" name="Google Shape;450;p41"/>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2" name="Google Shape;452;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3" name="Google Shape;453;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4" name="Google Shape;454;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6" name="Google Shape;456;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57" name="Shape 457"/>
        <p:cNvGrpSpPr/>
        <p:nvPr/>
      </p:nvGrpSpPr>
      <p:grpSpPr>
        <a:xfrm>
          <a:off x="0" y="0"/>
          <a:ext cx="0" cy="0"/>
          <a:chOff x="0" y="0"/>
          <a:chExt cx="0" cy="0"/>
        </a:xfrm>
      </p:grpSpPr>
      <p:sp>
        <p:nvSpPr>
          <p:cNvPr id="458" name="Google Shape;458;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9" name="Google Shape;459;p4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60" name="Google Shape;460;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61" name="Shape 461"/>
        <p:cNvGrpSpPr/>
        <p:nvPr/>
      </p:nvGrpSpPr>
      <p:grpSpPr>
        <a:xfrm>
          <a:off x="0" y="0"/>
          <a:ext cx="0" cy="0"/>
          <a:chOff x="0" y="0"/>
          <a:chExt cx="0" cy="0"/>
        </a:xfrm>
      </p:grpSpPr>
      <p:sp>
        <p:nvSpPr>
          <p:cNvPr id="462" name="Google Shape;462;p43"/>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63" name="Google Shape;463;p4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64" name="Google Shape;464;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5" name="Google Shape;465;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6" name="Google Shape;466;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67" name="Shape 467"/>
        <p:cNvGrpSpPr/>
        <p:nvPr/>
      </p:nvGrpSpPr>
      <p:grpSpPr>
        <a:xfrm>
          <a:off x="0" y="0"/>
          <a:ext cx="0" cy="0"/>
          <a:chOff x="0" y="0"/>
          <a:chExt cx="0" cy="0"/>
        </a:xfrm>
      </p:grpSpPr>
      <p:sp>
        <p:nvSpPr>
          <p:cNvPr id="468" name="Google Shape;468;p4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69" name="Google Shape;469;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70" name="Google Shape;470;p44"/>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71" name="Google Shape;471;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4" name="Google Shape;474;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75" name="Shape 475"/>
        <p:cNvGrpSpPr/>
        <p:nvPr/>
      </p:nvGrpSpPr>
      <p:grpSpPr>
        <a:xfrm>
          <a:off x="0" y="0"/>
          <a:ext cx="0" cy="0"/>
          <a:chOff x="0" y="0"/>
          <a:chExt cx="0" cy="0"/>
        </a:xfrm>
      </p:grpSpPr>
      <p:sp>
        <p:nvSpPr>
          <p:cNvPr id="476" name="Google Shape;476;p4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77" name="Google Shape;477;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78" name="Google Shape;478;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79" name="Google Shape;479;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0" name="Google Shape;480;p45"/>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81" name="Google Shape;481;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2" name="Google Shape;482;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3" name="Google Shape;483;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4" name="Google Shape;484;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85" name="Shape 485"/>
        <p:cNvGrpSpPr/>
        <p:nvPr/>
      </p:nvGrpSpPr>
      <p:grpSpPr>
        <a:xfrm>
          <a:off x="0" y="0"/>
          <a:ext cx="0" cy="0"/>
          <a:chOff x="0" y="0"/>
          <a:chExt cx="0" cy="0"/>
        </a:xfrm>
      </p:grpSpPr>
      <p:sp>
        <p:nvSpPr>
          <p:cNvPr id="486" name="Google Shape;486;p4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87" name="Google Shape;487;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88" name="Shape 488"/>
        <p:cNvGrpSpPr/>
        <p:nvPr/>
      </p:nvGrpSpPr>
      <p:grpSpPr>
        <a:xfrm>
          <a:off x="0" y="0"/>
          <a:ext cx="0" cy="0"/>
          <a:chOff x="0" y="0"/>
          <a:chExt cx="0" cy="0"/>
        </a:xfrm>
      </p:grpSpPr>
      <p:sp>
        <p:nvSpPr>
          <p:cNvPr id="489" name="Google Shape;489;p4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90" name="Google Shape;490;p47"/>
          <p:cNvSpPr/>
          <p:nvPr>
            <p:ph idx="2" type="pic"/>
          </p:nvPr>
        </p:nvSpPr>
        <p:spPr>
          <a:xfrm>
            <a:off x="4804825" y="1133300"/>
            <a:ext cx="4027500" cy="2392800"/>
          </a:xfrm>
          <a:prstGeom prst="rect">
            <a:avLst/>
          </a:prstGeom>
          <a:noFill/>
          <a:ln>
            <a:noFill/>
          </a:ln>
        </p:spPr>
      </p:sp>
      <p:sp>
        <p:nvSpPr>
          <p:cNvPr id="491" name="Google Shape;491;p47"/>
          <p:cNvSpPr/>
          <p:nvPr>
            <p:ph idx="3" type="pic"/>
          </p:nvPr>
        </p:nvSpPr>
        <p:spPr>
          <a:xfrm>
            <a:off x="311725" y="1133300"/>
            <a:ext cx="4027500" cy="2392800"/>
          </a:xfrm>
          <a:prstGeom prst="rect">
            <a:avLst/>
          </a:prstGeom>
          <a:noFill/>
          <a:ln>
            <a:noFill/>
          </a:ln>
        </p:spPr>
      </p:sp>
      <p:sp>
        <p:nvSpPr>
          <p:cNvPr id="492" name="Google Shape;492;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3" name="Google Shape;493;p4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94" name="Google Shape;494;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96" name="Shape 496"/>
        <p:cNvGrpSpPr/>
        <p:nvPr/>
      </p:nvGrpSpPr>
      <p:grpSpPr>
        <a:xfrm>
          <a:off x="0" y="0"/>
          <a:ext cx="0" cy="0"/>
          <a:chOff x="0" y="0"/>
          <a:chExt cx="0" cy="0"/>
        </a:xfrm>
      </p:grpSpPr>
      <p:sp>
        <p:nvSpPr>
          <p:cNvPr id="497" name="Google Shape;497;p48"/>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98" name="Google Shape;498;p48"/>
          <p:cNvSpPr/>
          <p:nvPr>
            <p:ph idx="2" type="pic"/>
          </p:nvPr>
        </p:nvSpPr>
        <p:spPr>
          <a:xfrm>
            <a:off x="6205225" y="1128325"/>
            <a:ext cx="2627100" cy="2273100"/>
          </a:xfrm>
          <a:prstGeom prst="rect">
            <a:avLst/>
          </a:prstGeom>
          <a:noFill/>
          <a:ln>
            <a:noFill/>
          </a:ln>
        </p:spPr>
      </p:sp>
      <p:sp>
        <p:nvSpPr>
          <p:cNvPr id="499" name="Google Shape;499;p48"/>
          <p:cNvSpPr/>
          <p:nvPr>
            <p:ph idx="3" type="pic"/>
          </p:nvPr>
        </p:nvSpPr>
        <p:spPr>
          <a:xfrm>
            <a:off x="311725" y="1128325"/>
            <a:ext cx="2627100" cy="2273100"/>
          </a:xfrm>
          <a:prstGeom prst="rect">
            <a:avLst/>
          </a:prstGeom>
          <a:noFill/>
          <a:ln>
            <a:noFill/>
          </a:ln>
        </p:spPr>
      </p:sp>
      <p:sp>
        <p:nvSpPr>
          <p:cNvPr id="500" name="Google Shape;500;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1" name="Google Shape;501;p48"/>
          <p:cNvSpPr/>
          <p:nvPr>
            <p:ph idx="5" type="pic"/>
          </p:nvPr>
        </p:nvSpPr>
        <p:spPr>
          <a:xfrm>
            <a:off x="3255250" y="1128325"/>
            <a:ext cx="2627100" cy="2273100"/>
          </a:xfrm>
          <a:prstGeom prst="rect">
            <a:avLst/>
          </a:prstGeom>
          <a:noFill/>
          <a:ln>
            <a:noFill/>
          </a:ln>
        </p:spPr>
      </p:sp>
      <p:sp>
        <p:nvSpPr>
          <p:cNvPr id="502" name="Google Shape;502;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3" name="Google Shape;503;p4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04" name="Google Shape;504;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05" name="Google Shape;505;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06" name="Google Shape;506;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07" name="Shape 507"/>
        <p:cNvGrpSpPr/>
        <p:nvPr/>
      </p:nvGrpSpPr>
      <p:grpSpPr>
        <a:xfrm>
          <a:off x="0" y="0"/>
          <a:ext cx="0" cy="0"/>
          <a:chOff x="0" y="0"/>
          <a:chExt cx="0" cy="0"/>
        </a:xfrm>
      </p:grpSpPr>
      <p:sp>
        <p:nvSpPr>
          <p:cNvPr id="508" name="Google Shape;508;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09" name="Shape 509"/>
        <p:cNvGrpSpPr/>
        <p:nvPr/>
      </p:nvGrpSpPr>
      <p:grpSpPr>
        <a:xfrm>
          <a:off x="0" y="0"/>
          <a:ext cx="0" cy="0"/>
          <a:chOff x="0" y="0"/>
          <a:chExt cx="0" cy="0"/>
        </a:xfrm>
      </p:grpSpPr>
      <p:sp>
        <p:nvSpPr>
          <p:cNvPr id="510" name="Google Shape;510;p50"/>
          <p:cNvSpPr/>
          <p:nvPr>
            <p:ph idx="2" type="pic"/>
          </p:nvPr>
        </p:nvSpPr>
        <p:spPr>
          <a:xfrm>
            <a:off x="3389600" y="118913"/>
            <a:ext cx="1643700" cy="1535100"/>
          </a:xfrm>
          <a:prstGeom prst="rect">
            <a:avLst/>
          </a:prstGeom>
          <a:noFill/>
          <a:ln>
            <a:noFill/>
          </a:ln>
        </p:spPr>
      </p:sp>
      <p:sp>
        <p:nvSpPr>
          <p:cNvPr id="511" name="Google Shape;511;p50"/>
          <p:cNvSpPr/>
          <p:nvPr>
            <p:ph idx="3" type="pic"/>
          </p:nvPr>
        </p:nvSpPr>
        <p:spPr>
          <a:xfrm>
            <a:off x="5195935" y="118913"/>
            <a:ext cx="1643700" cy="1535100"/>
          </a:xfrm>
          <a:prstGeom prst="rect">
            <a:avLst/>
          </a:prstGeom>
          <a:noFill/>
          <a:ln>
            <a:noFill/>
          </a:ln>
        </p:spPr>
      </p:sp>
      <p:sp>
        <p:nvSpPr>
          <p:cNvPr id="512" name="Google Shape;512;p50"/>
          <p:cNvSpPr/>
          <p:nvPr>
            <p:ph idx="4" type="pic"/>
          </p:nvPr>
        </p:nvSpPr>
        <p:spPr>
          <a:xfrm>
            <a:off x="7002270" y="118913"/>
            <a:ext cx="1643700" cy="1535100"/>
          </a:xfrm>
          <a:prstGeom prst="rect">
            <a:avLst/>
          </a:prstGeom>
          <a:noFill/>
          <a:ln>
            <a:noFill/>
          </a:ln>
        </p:spPr>
      </p:sp>
      <p:sp>
        <p:nvSpPr>
          <p:cNvPr id="513" name="Google Shape;513;p50"/>
          <p:cNvSpPr/>
          <p:nvPr>
            <p:ph idx="5" type="pic"/>
          </p:nvPr>
        </p:nvSpPr>
        <p:spPr>
          <a:xfrm>
            <a:off x="3389588" y="1804212"/>
            <a:ext cx="1643700" cy="1535100"/>
          </a:xfrm>
          <a:prstGeom prst="rect">
            <a:avLst/>
          </a:prstGeom>
          <a:noFill/>
          <a:ln>
            <a:noFill/>
          </a:ln>
        </p:spPr>
      </p:sp>
      <p:sp>
        <p:nvSpPr>
          <p:cNvPr id="514" name="Google Shape;514;p50"/>
          <p:cNvSpPr/>
          <p:nvPr>
            <p:ph idx="6" type="pic"/>
          </p:nvPr>
        </p:nvSpPr>
        <p:spPr>
          <a:xfrm>
            <a:off x="5195922" y="1804212"/>
            <a:ext cx="1643700" cy="1535100"/>
          </a:xfrm>
          <a:prstGeom prst="rect">
            <a:avLst/>
          </a:prstGeom>
          <a:noFill/>
          <a:ln>
            <a:noFill/>
          </a:ln>
        </p:spPr>
      </p:sp>
      <p:sp>
        <p:nvSpPr>
          <p:cNvPr id="515" name="Google Shape;515;p50"/>
          <p:cNvSpPr/>
          <p:nvPr>
            <p:ph idx="7" type="pic"/>
          </p:nvPr>
        </p:nvSpPr>
        <p:spPr>
          <a:xfrm>
            <a:off x="7002257" y="1804212"/>
            <a:ext cx="1643700" cy="1535100"/>
          </a:xfrm>
          <a:prstGeom prst="rect">
            <a:avLst/>
          </a:prstGeom>
          <a:noFill/>
          <a:ln>
            <a:noFill/>
          </a:ln>
        </p:spPr>
      </p:sp>
      <p:sp>
        <p:nvSpPr>
          <p:cNvPr id="516" name="Google Shape;516;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17" name="Google Shape;517;p50"/>
          <p:cNvSpPr/>
          <p:nvPr>
            <p:ph idx="8" type="pic"/>
          </p:nvPr>
        </p:nvSpPr>
        <p:spPr>
          <a:xfrm>
            <a:off x="3389588" y="3489487"/>
            <a:ext cx="1643700" cy="1535100"/>
          </a:xfrm>
          <a:prstGeom prst="rect">
            <a:avLst/>
          </a:prstGeom>
          <a:noFill/>
          <a:ln>
            <a:noFill/>
          </a:ln>
        </p:spPr>
      </p:sp>
      <p:sp>
        <p:nvSpPr>
          <p:cNvPr id="518" name="Google Shape;518;p50"/>
          <p:cNvSpPr/>
          <p:nvPr>
            <p:ph idx="9" type="pic"/>
          </p:nvPr>
        </p:nvSpPr>
        <p:spPr>
          <a:xfrm>
            <a:off x="5195922" y="3489487"/>
            <a:ext cx="1643700" cy="1535100"/>
          </a:xfrm>
          <a:prstGeom prst="rect">
            <a:avLst/>
          </a:prstGeom>
          <a:noFill/>
          <a:ln>
            <a:noFill/>
          </a:ln>
        </p:spPr>
      </p:sp>
      <p:sp>
        <p:nvSpPr>
          <p:cNvPr id="519" name="Google Shape;519;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4559" y="4743636"/>
            <a:ext cx="548700" cy="393600"/>
          </a:xfrm>
          <a:prstGeom prst="rect">
            <a:avLst/>
          </a:prstGeom>
          <a:noFill/>
          <a:ln>
            <a:noFill/>
          </a:ln>
        </p:spPr>
        <p:txBody>
          <a:bodyPr anchorCtr="0" anchor="t" bIns="91425" lIns="0" spcFirstLastPara="1" rIns="91425" wrap="square" tIns="91425">
            <a:noAutofit/>
          </a:bodyPr>
          <a:lstStyle>
            <a:lvl1pPr lvl="0" algn="r">
              <a:buNone/>
              <a:defRPr sz="600">
                <a:solidFill>
                  <a:schemeClr val="lt1"/>
                </a:solidFill>
                <a:latin typeface="Poppins"/>
                <a:ea typeface="Poppins"/>
                <a:cs typeface="Poppins"/>
                <a:sym typeface="Poppins"/>
              </a:defRPr>
            </a:lvl1pPr>
            <a:lvl2pPr lvl="1" algn="r">
              <a:buNone/>
              <a:defRPr sz="600">
                <a:solidFill>
                  <a:schemeClr val="lt1"/>
                </a:solidFill>
                <a:latin typeface="Poppins"/>
                <a:ea typeface="Poppins"/>
                <a:cs typeface="Poppins"/>
                <a:sym typeface="Poppins"/>
              </a:defRPr>
            </a:lvl2pPr>
            <a:lvl3pPr lvl="2" algn="r">
              <a:buNone/>
              <a:defRPr sz="600">
                <a:solidFill>
                  <a:schemeClr val="lt1"/>
                </a:solidFill>
                <a:latin typeface="Poppins"/>
                <a:ea typeface="Poppins"/>
                <a:cs typeface="Poppins"/>
                <a:sym typeface="Poppins"/>
              </a:defRPr>
            </a:lvl3pPr>
            <a:lvl4pPr lvl="3" algn="r">
              <a:buNone/>
              <a:defRPr sz="600">
                <a:solidFill>
                  <a:schemeClr val="lt1"/>
                </a:solidFill>
                <a:latin typeface="Poppins"/>
                <a:ea typeface="Poppins"/>
                <a:cs typeface="Poppins"/>
                <a:sym typeface="Poppins"/>
              </a:defRPr>
            </a:lvl4pPr>
            <a:lvl5pPr lvl="4" algn="r">
              <a:buNone/>
              <a:defRPr sz="600">
                <a:solidFill>
                  <a:schemeClr val="lt1"/>
                </a:solidFill>
                <a:latin typeface="Poppins"/>
                <a:ea typeface="Poppins"/>
                <a:cs typeface="Poppins"/>
                <a:sym typeface="Poppins"/>
              </a:defRPr>
            </a:lvl5pPr>
            <a:lvl6pPr lvl="5" algn="r">
              <a:buNone/>
              <a:defRPr sz="600">
                <a:solidFill>
                  <a:schemeClr val="lt1"/>
                </a:solidFill>
                <a:latin typeface="Poppins"/>
                <a:ea typeface="Poppins"/>
                <a:cs typeface="Poppins"/>
                <a:sym typeface="Poppins"/>
              </a:defRPr>
            </a:lvl6pPr>
            <a:lvl7pPr lvl="6" algn="r">
              <a:buNone/>
              <a:defRPr sz="600">
                <a:solidFill>
                  <a:schemeClr val="lt1"/>
                </a:solidFill>
                <a:latin typeface="Poppins"/>
                <a:ea typeface="Poppins"/>
                <a:cs typeface="Poppins"/>
                <a:sym typeface="Poppins"/>
              </a:defRPr>
            </a:lvl7pPr>
            <a:lvl8pPr lvl="7" algn="r">
              <a:buNone/>
              <a:defRPr sz="600">
                <a:solidFill>
                  <a:schemeClr val="lt1"/>
                </a:solidFill>
                <a:latin typeface="Poppins"/>
                <a:ea typeface="Poppins"/>
                <a:cs typeface="Poppins"/>
                <a:sym typeface="Poppins"/>
              </a:defRPr>
            </a:lvl8pPr>
            <a:lvl9pPr lvl="8" algn="r">
              <a:buNone/>
              <a:defRPr sz="600">
                <a:solidFill>
                  <a:schemeClr val="lt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128875" y="1291375"/>
            <a:ext cx="3811200" cy="2882100"/>
          </a:xfrm>
          <a:prstGeom prst="rect">
            <a:avLst/>
          </a:prstGeom>
          <a:noFill/>
          <a:ln>
            <a:noFill/>
          </a:ln>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lnSpc>
                <a:spcPct val="115000"/>
              </a:lnSpc>
              <a:spcBef>
                <a:spcPts val="800"/>
              </a:spcBef>
              <a:spcAft>
                <a:spcPts val="80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
        <p:nvSpPr>
          <p:cNvPr id="8" name="Google Shape;8;p1"/>
          <p:cNvSpPr txBox="1"/>
          <p:nvPr>
            <p:ph type="title"/>
          </p:nvPr>
        </p:nvSpPr>
        <p:spPr>
          <a:xfrm>
            <a:off x="129300" y="2286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None/>
              <a:defRPr sz="2400">
                <a:solidFill>
                  <a:schemeClr val="lt1"/>
                </a:solidFill>
                <a:latin typeface="Poppins"/>
                <a:ea typeface="Poppins"/>
                <a:cs typeface="Poppins"/>
                <a:sym typeface="Poppins"/>
              </a:defRPr>
            </a:lvl1pPr>
            <a:lvl2pPr lvl="1">
              <a:lnSpc>
                <a:spcPct val="115000"/>
              </a:lnSpc>
              <a:spcBef>
                <a:spcPts val="0"/>
              </a:spcBef>
              <a:spcAft>
                <a:spcPts val="0"/>
              </a:spcAft>
              <a:buNone/>
              <a:defRPr sz="2400">
                <a:solidFill>
                  <a:schemeClr val="lt1"/>
                </a:solidFill>
                <a:latin typeface="Poppins"/>
                <a:ea typeface="Poppins"/>
                <a:cs typeface="Poppins"/>
                <a:sym typeface="Poppins"/>
              </a:defRPr>
            </a:lvl2pPr>
            <a:lvl3pPr lvl="2">
              <a:lnSpc>
                <a:spcPct val="115000"/>
              </a:lnSpc>
              <a:spcBef>
                <a:spcPts val="0"/>
              </a:spcBef>
              <a:spcAft>
                <a:spcPts val="0"/>
              </a:spcAft>
              <a:buNone/>
              <a:defRPr sz="2400">
                <a:solidFill>
                  <a:schemeClr val="lt1"/>
                </a:solidFill>
                <a:latin typeface="Poppins"/>
                <a:ea typeface="Poppins"/>
                <a:cs typeface="Poppins"/>
                <a:sym typeface="Poppins"/>
              </a:defRPr>
            </a:lvl3pPr>
            <a:lvl4pPr lvl="3">
              <a:lnSpc>
                <a:spcPct val="115000"/>
              </a:lnSpc>
              <a:spcBef>
                <a:spcPts val="0"/>
              </a:spcBef>
              <a:spcAft>
                <a:spcPts val="0"/>
              </a:spcAft>
              <a:buNone/>
              <a:defRPr sz="2400">
                <a:solidFill>
                  <a:schemeClr val="lt1"/>
                </a:solidFill>
                <a:latin typeface="Poppins"/>
                <a:ea typeface="Poppins"/>
                <a:cs typeface="Poppins"/>
                <a:sym typeface="Poppins"/>
              </a:defRPr>
            </a:lvl4pPr>
            <a:lvl5pPr lvl="4">
              <a:lnSpc>
                <a:spcPct val="115000"/>
              </a:lnSpc>
              <a:spcBef>
                <a:spcPts val="0"/>
              </a:spcBef>
              <a:spcAft>
                <a:spcPts val="0"/>
              </a:spcAft>
              <a:buNone/>
              <a:defRPr sz="2400">
                <a:solidFill>
                  <a:schemeClr val="lt1"/>
                </a:solidFill>
                <a:latin typeface="Poppins"/>
                <a:ea typeface="Poppins"/>
                <a:cs typeface="Poppins"/>
                <a:sym typeface="Poppins"/>
              </a:defRPr>
            </a:lvl5pPr>
            <a:lvl6pPr lvl="5">
              <a:lnSpc>
                <a:spcPct val="115000"/>
              </a:lnSpc>
              <a:spcBef>
                <a:spcPts val="0"/>
              </a:spcBef>
              <a:spcAft>
                <a:spcPts val="0"/>
              </a:spcAft>
              <a:buNone/>
              <a:defRPr sz="2400">
                <a:solidFill>
                  <a:schemeClr val="lt1"/>
                </a:solidFill>
                <a:latin typeface="Poppins"/>
                <a:ea typeface="Poppins"/>
                <a:cs typeface="Poppins"/>
                <a:sym typeface="Poppins"/>
              </a:defRPr>
            </a:lvl6pPr>
            <a:lvl7pPr lvl="6">
              <a:lnSpc>
                <a:spcPct val="115000"/>
              </a:lnSpc>
              <a:spcBef>
                <a:spcPts val="0"/>
              </a:spcBef>
              <a:spcAft>
                <a:spcPts val="0"/>
              </a:spcAft>
              <a:buNone/>
              <a:defRPr sz="2400">
                <a:solidFill>
                  <a:schemeClr val="lt1"/>
                </a:solidFill>
                <a:latin typeface="Poppins"/>
                <a:ea typeface="Poppins"/>
                <a:cs typeface="Poppins"/>
                <a:sym typeface="Poppins"/>
              </a:defRPr>
            </a:lvl7pPr>
            <a:lvl8pPr lvl="7">
              <a:lnSpc>
                <a:spcPct val="115000"/>
              </a:lnSpc>
              <a:spcBef>
                <a:spcPts val="0"/>
              </a:spcBef>
              <a:spcAft>
                <a:spcPts val="0"/>
              </a:spcAft>
              <a:buNone/>
              <a:defRPr sz="2400">
                <a:solidFill>
                  <a:schemeClr val="lt1"/>
                </a:solidFill>
                <a:latin typeface="Poppins"/>
                <a:ea typeface="Poppins"/>
                <a:cs typeface="Poppins"/>
                <a:sym typeface="Poppins"/>
              </a:defRPr>
            </a:lvl8pPr>
            <a:lvl9pPr lvl="8">
              <a:lnSpc>
                <a:spcPct val="115000"/>
              </a:lnSpc>
              <a:spcBef>
                <a:spcPts val="0"/>
              </a:spcBef>
              <a:spcAft>
                <a:spcPts val="0"/>
              </a:spcAft>
              <a:buNone/>
              <a:defRPr sz="2400">
                <a:solidFill>
                  <a:schemeClr val="lt1"/>
                </a:solidFill>
                <a:latin typeface="Poppins"/>
                <a:ea typeface="Poppins"/>
                <a:cs typeface="Poppins"/>
                <a:sym typeface="Poppins"/>
              </a:defRPr>
            </a:lvl9pPr>
          </a:lstStyle>
          <a:p/>
        </p:txBody>
      </p:sp>
      <p:sp>
        <p:nvSpPr>
          <p:cNvPr id="9" name="Google Shape;9;p1"/>
          <p:cNvSpPr txBox="1"/>
          <p:nvPr>
            <p:ph idx="2" type="body"/>
          </p:nvPr>
        </p:nvSpPr>
        <p:spPr>
          <a:xfrm>
            <a:off x="4485075" y="1479525"/>
            <a:ext cx="3849900" cy="26571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84">
          <p15:clr>
            <a:srgbClr val="E46962"/>
          </p15:clr>
        </p15:guide>
        <p15:guide id="2" pos="81">
          <p15:clr>
            <a:srgbClr val="E46962"/>
          </p15:clr>
        </p15:guide>
        <p15:guide id="3" orient="horz" pos="144">
          <p15:clr>
            <a:srgbClr val="E46962"/>
          </p15:clr>
        </p15:guide>
        <p15:guide id="4" orient="horz" pos="3094">
          <p15:clr>
            <a:srgbClr val="E46962"/>
          </p15:clr>
        </p15:guide>
        <p15:guide id="5" pos="881">
          <p15:clr>
            <a:srgbClr val="E46962"/>
          </p15:clr>
        </p15:guide>
        <p15:guide id="6" pos="1682">
          <p15:clr>
            <a:srgbClr val="E46962"/>
          </p15:clr>
        </p15:guide>
        <p15:guide id="7" pos="4083">
          <p15:clr>
            <a:srgbClr val="E46962"/>
          </p15:clr>
        </p15:guide>
        <p15:guide id="8" pos="4883">
          <p15:clr>
            <a:srgbClr val="E46962"/>
          </p15:clr>
        </p15:guide>
        <p15:guide id="9" pos="3283">
          <p15:clr>
            <a:srgbClr val="E46962"/>
          </p15:clr>
        </p15:guide>
        <p15:guide id="10" pos="2482">
          <p15:clr>
            <a:srgbClr val="E46962"/>
          </p15:clr>
        </p15:guide>
        <p15:guide id="11" orient="horz" pos="288">
          <p15:clr>
            <a:srgbClr val="E46962"/>
          </p15:clr>
        </p15:guide>
        <p15:guide id="12" orient="horz" pos="2950">
          <p15:clr>
            <a:srgbClr val="E46962"/>
          </p15:clr>
        </p15:guide>
        <p15:guide id="13" orient="horz" pos="1625">
          <p15:clr>
            <a:srgbClr val="E46962"/>
          </p15:clr>
        </p15:guide>
        <p15:guide id="14" orient="horz" pos="2432">
          <p15:clr>
            <a:srgbClr val="E46962"/>
          </p15:clr>
        </p15:guide>
        <p15:guide id="15" orient="horz" pos="813">
          <p15:clr>
            <a:srgbClr val="E46962"/>
          </p15:clr>
        </p15:guide>
        <p15:guide id="16" pos="179">
          <p15:clr>
            <a:srgbClr val="E46962"/>
          </p15:clr>
        </p15:guide>
        <p15:guide id="17" pos="1782">
          <p15:clr>
            <a:srgbClr val="E46962"/>
          </p15:clr>
        </p15:guide>
        <p15:guide id="18" pos="338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1"/>
          <p:cNvSpPr txBox="1"/>
          <p:nvPr>
            <p:ph type="title"/>
          </p:nvPr>
        </p:nvSpPr>
        <p:spPr>
          <a:xfrm>
            <a:off x="55050" y="1217550"/>
            <a:ext cx="6341400" cy="3620700"/>
          </a:xfrm>
          <a:prstGeom prst="rect">
            <a:avLst/>
          </a:prstGeom>
        </p:spPr>
        <p:txBody>
          <a:bodyPr anchorCtr="0" anchor="ctr" bIns="0" lIns="91425" spcFirstLastPara="1" rIns="91425" wrap="square" tIns="91425">
            <a:noAutofit/>
          </a:bodyPr>
          <a:lstStyle/>
          <a:p>
            <a:pPr indent="0" lvl="0" marL="0" rtl="0" algn="ctr">
              <a:spcBef>
                <a:spcPts val="0"/>
              </a:spcBef>
              <a:spcAft>
                <a:spcPts val="0"/>
              </a:spcAft>
              <a:buNone/>
            </a:pPr>
            <a:r>
              <a:rPr lang="en" sz="5500"/>
              <a:t>Prescriptive Analytics Capstone Project: Group 2</a:t>
            </a:r>
            <a:endParaRPr sz="5500"/>
          </a:p>
        </p:txBody>
      </p:sp>
      <p:sp>
        <p:nvSpPr>
          <p:cNvPr id="525" name="Google Shape;525;p51"/>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51"/>
          <p:cNvSpPr txBox="1"/>
          <p:nvPr>
            <p:ph idx="1" type="subTitle"/>
          </p:nvPr>
        </p:nvSpPr>
        <p:spPr>
          <a:xfrm>
            <a:off x="5983850" y="2708425"/>
            <a:ext cx="2357400" cy="2306100"/>
          </a:xfrm>
          <a:prstGeom prst="rect">
            <a:avLst/>
          </a:prstGeom>
        </p:spPr>
        <p:txBody>
          <a:bodyPr anchorCtr="0" anchor="ctr" bIns="91425" lIns="0" spcFirstLastPara="1" rIns="91425" wrap="square" tIns="0">
            <a:noAutofit/>
          </a:bodyPr>
          <a:lstStyle/>
          <a:p>
            <a:pPr indent="0" lvl="0" marL="0" rtl="0" algn="ctr">
              <a:lnSpc>
                <a:spcPct val="150000"/>
              </a:lnSpc>
              <a:spcBef>
                <a:spcPts val="0"/>
              </a:spcBef>
              <a:spcAft>
                <a:spcPts val="0"/>
              </a:spcAft>
              <a:buNone/>
            </a:pPr>
            <a:r>
              <a:rPr lang="en" sz="1200"/>
              <a:t>Navya Bhatia</a:t>
            </a:r>
            <a:endParaRPr sz="1200"/>
          </a:p>
          <a:p>
            <a:pPr indent="0" lvl="0" marL="0" rtl="0" algn="ctr">
              <a:lnSpc>
                <a:spcPct val="150000"/>
              </a:lnSpc>
              <a:spcBef>
                <a:spcPts val="0"/>
              </a:spcBef>
              <a:spcAft>
                <a:spcPts val="0"/>
              </a:spcAft>
              <a:buNone/>
            </a:pPr>
            <a:r>
              <a:rPr lang="en" sz="1200"/>
              <a:t>Mya Stewart</a:t>
            </a:r>
            <a:endParaRPr sz="1200"/>
          </a:p>
          <a:p>
            <a:pPr indent="0" lvl="0" marL="0" rtl="0" algn="ctr">
              <a:lnSpc>
                <a:spcPct val="150000"/>
              </a:lnSpc>
              <a:spcBef>
                <a:spcPts val="0"/>
              </a:spcBef>
              <a:spcAft>
                <a:spcPts val="0"/>
              </a:spcAft>
              <a:buNone/>
            </a:pPr>
            <a:r>
              <a:rPr lang="en" sz="1200"/>
              <a:t>Mrudhvika Sirineni</a:t>
            </a:r>
            <a:endParaRPr sz="1200"/>
          </a:p>
          <a:p>
            <a:pPr indent="0" lvl="0" marL="0" rtl="0" algn="ctr">
              <a:lnSpc>
                <a:spcPct val="150000"/>
              </a:lnSpc>
              <a:spcBef>
                <a:spcPts val="0"/>
              </a:spcBef>
              <a:spcAft>
                <a:spcPts val="0"/>
              </a:spcAft>
              <a:buNone/>
            </a:pPr>
            <a:r>
              <a:rPr lang="en" sz="1200"/>
              <a:t>Joane Sarfati</a:t>
            </a:r>
            <a:endParaRPr sz="1200"/>
          </a:p>
          <a:p>
            <a:pPr indent="0" lvl="0" marL="0" rtl="0" algn="ctr">
              <a:lnSpc>
                <a:spcPct val="150000"/>
              </a:lnSpc>
              <a:spcBef>
                <a:spcPts val="0"/>
              </a:spcBef>
              <a:spcAft>
                <a:spcPts val="0"/>
              </a:spcAft>
              <a:buNone/>
            </a:pPr>
            <a:r>
              <a:rPr lang="en" sz="1200"/>
              <a:t>Natalie Avina</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pic>
        <p:nvPicPr>
          <p:cNvPr id="531" name="Google Shape;531;p52"/>
          <p:cNvPicPr preferRelativeResize="0"/>
          <p:nvPr/>
        </p:nvPicPr>
        <p:blipFill rotWithShape="1">
          <a:blip r:embed="rId3">
            <a:alphaModFix amt="40000"/>
          </a:blip>
          <a:srcRect b="11308" l="0" r="0" t="0"/>
          <a:stretch/>
        </p:blipFill>
        <p:spPr>
          <a:xfrm>
            <a:off x="132100" y="3811125"/>
            <a:ext cx="1267202" cy="632250"/>
          </a:xfrm>
          <a:prstGeom prst="rect">
            <a:avLst/>
          </a:prstGeom>
          <a:noFill/>
          <a:ln>
            <a:noFill/>
          </a:ln>
        </p:spPr>
      </p:pic>
      <p:pic>
        <p:nvPicPr>
          <p:cNvPr id="532" name="Google Shape;532;p52"/>
          <p:cNvPicPr preferRelativeResize="0"/>
          <p:nvPr/>
        </p:nvPicPr>
        <p:blipFill rotWithShape="1">
          <a:blip r:embed="rId4">
            <a:alphaModFix/>
          </a:blip>
          <a:srcRect b="11308" l="0" r="0" t="0"/>
          <a:stretch/>
        </p:blipFill>
        <p:spPr>
          <a:xfrm rot="10800000">
            <a:off x="1399300" y="2552200"/>
            <a:ext cx="1267202" cy="632250"/>
          </a:xfrm>
          <a:prstGeom prst="rect">
            <a:avLst/>
          </a:prstGeom>
          <a:noFill/>
          <a:ln>
            <a:noFill/>
          </a:ln>
        </p:spPr>
      </p:pic>
      <p:pic>
        <p:nvPicPr>
          <p:cNvPr id="533" name="Google Shape;533;p52"/>
          <p:cNvPicPr preferRelativeResize="0"/>
          <p:nvPr/>
        </p:nvPicPr>
        <p:blipFill rotWithShape="1">
          <a:blip r:embed="rId5">
            <a:alphaModFix/>
          </a:blip>
          <a:srcRect b="10185" l="0" r="0" t="0"/>
          <a:stretch/>
        </p:blipFill>
        <p:spPr>
          <a:xfrm>
            <a:off x="139700" y="1285326"/>
            <a:ext cx="1267202" cy="640199"/>
          </a:xfrm>
          <a:prstGeom prst="rect">
            <a:avLst/>
          </a:prstGeom>
          <a:gradFill>
            <a:gsLst>
              <a:gs pos="0">
                <a:srgbClr val="808978"/>
              </a:gs>
              <a:gs pos="0">
                <a:schemeClr val="accent5"/>
              </a:gs>
              <a:gs pos="58000">
                <a:schemeClr val="dk1"/>
              </a:gs>
              <a:gs pos="100000">
                <a:schemeClr val="dk1"/>
              </a:gs>
            </a:gsLst>
            <a:path path="circle">
              <a:fillToRect b="50%" l="50%" r="50%" t="50%"/>
            </a:path>
            <a:tileRect/>
          </a:gradFill>
          <a:ln>
            <a:noFill/>
          </a:ln>
        </p:spPr>
      </p:pic>
      <p:cxnSp>
        <p:nvCxnSpPr>
          <p:cNvPr id="534" name="Google Shape;534;p52"/>
          <p:cNvCxnSpPr/>
          <p:nvPr/>
        </p:nvCxnSpPr>
        <p:spPr>
          <a:xfrm>
            <a:off x="1399300" y="1283675"/>
            <a:ext cx="0" cy="3868500"/>
          </a:xfrm>
          <a:prstGeom prst="straightConnector1">
            <a:avLst/>
          </a:prstGeom>
          <a:noFill/>
          <a:ln cap="flat" cmpd="sng" w="9525">
            <a:solidFill>
              <a:schemeClr val="accent3"/>
            </a:solidFill>
            <a:prstDash val="solid"/>
            <a:round/>
            <a:headEnd len="med" w="med" type="none"/>
            <a:tailEnd len="med" w="med" type="none"/>
          </a:ln>
        </p:spPr>
      </p:cxnSp>
      <p:sp>
        <p:nvSpPr>
          <p:cNvPr id="535" name="Google Shape;535;p52"/>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52"/>
          <p:cNvSpPr txBox="1"/>
          <p:nvPr>
            <p:ph idx="8" type="title"/>
          </p:nvPr>
        </p:nvSpPr>
        <p:spPr>
          <a:xfrm>
            <a:off x="1977074" y="444895"/>
            <a:ext cx="5078700" cy="498600"/>
          </a:xfrm>
          <a:prstGeom prst="rect">
            <a:avLst/>
          </a:prstGeom>
        </p:spPr>
        <p:txBody>
          <a:bodyPr anchorCtr="0" anchor="t" bIns="0" lIns="91425" spcFirstLastPara="1" rIns="91425" wrap="square" tIns="0">
            <a:spAutoFit/>
          </a:bodyPr>
          <a:lstStyle/>
          <a:p>
            <a:pPr indent="0" lvl="0" marL="0" rtl="0" algn="ctr">
              <a:spcBef>
                <a:spcPts val="0"/>
              </a:spcBef>
              <a:spcAft>
                <a:spcPts val="0"/>
              </a:spcAft>
              <a:buNone/>
            </a:pPr>
            <a:r>
              <a:rPr lang="en"/>
              <a:t>AGENDA</a:t>
            </a:r>
            <a:endParaRPr/>
          </a:p>
        </p:txBody>
      </p:sp>
      <p:sp>
        <p:nvSpPr>
          <p:cNvPr id="537" name="Google Shape;537;p52"/>
          <p:cNvSpPr txBox="1"/>
          <p:nvPr>
            <p:ph idx="7" type="title"/>
          </p:nvPr>
        </p:nvSpPr>
        <p:spPr>
          <a:xfrm>
            <a:off x="365098" y="1346725"/>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01</a:t>
            </a:r>
            <a:endParaRPr/>
          </a:p>
        </p:txBody>
      </p:sp>
      <p:sp>
        <p:nvSpPr>
          <p:cNvPr id="538" name="Google Shape;538;p52"/>
          <p:cNvSpPr txBox="1"/>
          <p:nvPr>
            <p:ph type="title"/>
          </p:nvPr>
        </p:nvSpPr>
        <p:spPr>
          <a:xfrm>
            <a:off x="365098" y="1980175"/>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02</a:t>
            </a:r>
            <a:endParaRPr/>
          </a:p>
        </p:txBody>
      </p:sp>
      <p:sp>
        <p:nvSpPr>
          <p:cNvPr id="539" name="Google Shape;539;p52"/>
          <p:cNvSpPr txBox="1"/>
          <p:nvPr>
            <p:ph idx="2" type="title"/>
          </p:nvPr>
        </p:nvSpPr>
        <p:spPr>
          <a:xfrm>
            <a:off x="365098" y="2609713"/>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03</a:t>
            </a:r>
            <a:endParaRPr/>
          </a:p>
        </p:txBody>
      </p:sp>
      <p:sp>
        <p:nvSpPr>
          <p:cNvPr id="540" name="Google Shape;540;p52"/>
          <p:cNvSpPr txBox="1"/>
          <p:nvPr>
            <p:ph idx="3" type="title"/>
          </p:nvPr>
        </p:nvSpPr>
        <p:spPr>
          <a:xfrm>
            <a:off x="365098" y="3239275"/>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04</a:t>
            </a:r>
            <a:endParaRPr/>
          </a:p>
        </p:txBody>
      </p:sp>
      <p:sp>
        <p:nvSpPr>
          <p:cNvPr id="541" name="Google Shape;541;p52"/>
          <p:cNvSpPr txBox="1"/>
          <p:nvPr>
            <p:ph idx="6" type="title"/>
          </p:nvPr>
        </p:nvSpPr>
        <p:spPr>
          <a:xfrm>
            <a:off x="365098" y="3867013"/>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05</a:t>
            </a:r>
            <a:endParaRPr/>
          </a:p>
        </p:txBody>
      </p:sp>
      <p:sp>
        <p:nvSpPr>
          <p:cNvPr id="542" name="Google Shape;542;p52"/>
          <p:cNvSpPr txBox="1"/>
          <p:nvPr>
            <p:ph idx="4" type="title"/>
          </p:nvPr>
        </p:nvSpPr>
        <p:spPr>
          <a:xfrm>
            <a:off x="365098" y="4498375"/>
            <a:ext cx="950400" cy="517200"/>
          </a:xfrm>
          <a:prstGeom prst="rect">
            <a:avLst/>
          </a:prstGeom>
        </p:spPr>
        <p:txBody>
          <a:bodyPr anchorCtr="0" anchor="ctr" bIns="91425" lIns="91425" spcFirstLastPara="1" rIns="0" wrap="square" tIns="91425">
            <a:spAutoFit/>
          </a:bodyPr>
          <a:lstStyle/>
          <a:p>
            <a:pPr indent="0" lvl="0" marL="0" rtl="0" algn="r">
              <a:spcBef>
                <a:spcPts val="0"/>
              </a:spcBef>
              <a:spcAft>
                <a:spcPts val="0"/>
              </a:spcAft>
              <a:buNone/>
            </a:pPr>
            <a:r>
              <a:rPr lang="en"/>
              <a:t>06</a:t>
            </a:r>
            <a:endParaRPr/>
          </a:p>
        </p:txBody>
      </p:sp>
      <p:sp>
        <p:nvSpPr>
          <p:cNvPr id="543" name="Google Shape;543;p52"/>
          <p:cNvSpPr txBox="1"/>
          <p:nvPr>
            <p:ph idx="9" type="title"/>
          </p:nvPr>
        </p:nvSpPr>
        <p:spPr>
          <a:xfrm>
            <a:off x="1483100" y="1346725"/>
            <a:ext cx="59919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Problem Overview and Data </a:t>
            </a:r>
            <a:endParaRPr/>
          </a:p>
        </p:txBody>
      </p:sp>
      <p:sp>
        <p:nvSpPr>
          <p:cNvPr id="544" name="Google Shape;544;p52"/>
          <p:cNvSpPr txBox="1"/>
          <p:nvPr>
            <p:ph idx="13" type="title"/>
          </p:nvPr>
        </p:nvSpPr>
        <p:spPr>
          <a:xfrm>
            <a:off x="1483100" y="1980175"/>
            <a:ext cx="60354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Optimization Framework </a:t>
            </a:r>
            <a:endParaRPr/>
          </a:p>
        </p:txBody>
      </p:sp>
      <p:sp>
        <p:nvSpPr>
          <p:cNvPr id="545" name="Google Shape;545;p52"/>
          <p:cNvSpPr txBox="1"/>
          <p:nvPr>
            <p:ph idx="5" type="title"/>
          </p:nvPr>
        </p:nvSpPr>
        <p:spPr>
          <a:xfrm>
            <a:off x="1483100" y="2609725"/>
            <a:ext cx="49980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Client C103 Case Study </a:t>
            </a:r>
            <a:endParaRPr/>
          </a:p>
        </p:txBody>
      </p:sp>
      <p:sp>
        <p:nvSpPr>
          <p:cNvPr id="546" name="Google Shape;546;p52"/>
          <p:cNvSpPr txBox="1"/>
          <p:nvPr>
            <p:ph idx="14" type="title"/>
          </p:nvPr>
        </p:nvSpPr>
        <p:spPr>
          <a:xfrm>
            <a:off x="1483100" y="3239275"/>
            <a:ext cx="59202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Results and Trade-off Analysis </a:t>
            </a:r>
            <a:endParaRPr/>
          </a:p>
        </p:txBody>
      </p:sp>
      <p:sp>
        <p:nvSpPr>
          <p:cNvPr id="547" name="Google Shape;547;p52"/>
          <p:cNvSpPr txBox="1"/>
          <p:nvPr>
            <p:ph idx="15" type="title"/>
          </p:nvPr>
        </p:nvSpPr>
        <p:spPr>
          <a:xfrm>
            <a:off x="1483100" y="3867025"/>
            <a:ext cx="72423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Sensitivity Analysis </a:t>
            </a:r>
            <a:r>
              <a:rPr lang="en"/>
              <a:t>and Recommendations</a:t>
            </a:r>
            <a:endParaRPr sz="1200"/>
          </a:p>
        </p:txBody>
      </p:sp>
      <p:sp>
        <p:nvSpPr>
          <p:cNvPr id="548" name="Google Shape;548;p52"/>
          <p:cNvSpPr txBox="1"/>
          <p:nvPr>
            <p:ph idx="16" type="title"/>
          </p:nvPr>
        </p:nvSpPr>
        <p:spPr>
          <a:xfrm>
            <a:off x="1483100" y="4498375"/>
            <a:ext cx="4272900" cy="517200"/>
          </a:xfrm>
          <a:prstGeom prst="rect">
            <a:avLst/>
          </a:prstGeom>
        </p:spPr>
        <p:txBody>
          <a:bodyPr anchorCtr="0" anchor="ctr" bIns="91425" lIns="0" spcFirstLastPara="1" rIns="91425" wrap="square" tIns="91425">
            <a:spAutoFit/>
          </a:bodyPr>
          <a:lstStyle/>
          <a:p>
            <a:pPr indent="0" lvl="0" marL="0" rtl="0" algn="l">
              <a:spcBef>
                <a:spcPts val="0"/>
              </a:spcBef>
              <a:spcAft>
                <a:spcPts val="0"/>
              </a:spcAft>
              <a:buNone/>
            </a:pPr>
            <a:r>
              <a:rPr lang="en"/>
              <a:t>Conclusion</a:t>
            </a:r>
            <a:endParaRPr/>
          </a:p>
        </p:txBody>
      </p:sp>
      <p:cxnSp>
        <p:nvCxnSpPr>
          <p:cNvPr id="549" name="Google Shape;549;p52"/>
          <p:cNvCxnSpPr/>
          <p:nvPr/>
        </p:nvCxnSpPr>
        <p:spPr>
          <a:xfrm>
            <a:off x="129300" y="1285325"/>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550" name="Google Shape;550;p52"/>
          <p:cNvCxnSpPr/>
          <p:nvPr/>
        </p:nvCxnSpPr>
        <p:spPr>
          <a:xfrm>
            <a:off x="133363" y="1925350"/>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551" name="Google Shape;551;p52"/>
          <p:cNvCxnSpPr/>
          <p:nvPr/>
        </p:nvCxnSpPr>
        <p:spPr>
          <a:xfrm>
            <a:off x="133363" y="2554000"/>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552" name="Google Shape;552;p52"/>
          <p:cNvCxnSpPr/>
          <p:nvPr/>
        </p:nvCxnSpPr>
        <p:spPr>
          <a:xfrm>
            <a:off x="133363" y="3182650"/>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553" name="Google Shape;553;p52"/>
          <p:cNvCxnSpPr/>
          <p:nvPr/>
        </p:nvCxnSpPr>
        <p:spPr>
          <a:xfrm>
            <a:off x="133363" y="3811300"/>
            <a:ext cx="8885400" cy="0"/>
          </a:xfrm>
          <a:prstGeom prst="straightConnector1">
            <a:avLst/>
          </a:prstGeom>
          <a:noFill/>
          <a:ln cap="flat" cmpd="sng" w="9525">
            <a:solidFill>
              <a:schemeClr val="accent3"/>
            </a:solidFill>
            <a:prstDash val="solid"/>
            <a:round/>
            <a:headEnd len="med" w="med" type="none"/>
            <a:tailEnd len="med" w="med" type="none"/>
          </a:ln>
        </p:spPr>
      </p:cxnSp>
      <p:cxnSp>
        <p:nvCxnSpPr>
          <p:cNvPr id="554" name="Google Shape;554;p52"/>
          <p:cNvCxnSpPr/>
          <p:nvPr/>
        </p:nvCxnSpPr>
        <p:spPr>
          <a:xfrm>
            <a:off x="133363" y="4439950"/>
            <a:ext cx="8885400" cy="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3"/>
          <p:cNvSpPr txBox="1"/>
          <p:nvPr/>
        </p:nvSpPr>
        <p:spPr>
          <a:xfrm>
            <a:off x="128875" y="0"/>
            <a:ext cx="1270500" cy="129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560" name="Google Shape;560;p53"/>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cxnSp>
        <p:nvCxnSpPr>
          <p:cNvPr id="561" name="Google Shape;561;p53"/>
          <p:cNvCxnSpPr/>
          <p:nvPr/>
        </p:nvCxnSpPr>
        <p:spPr>
          <a:xfrm>
            <a:off x="128875" y="2574000"/>
            <a:ext cx="1270500" cy="0"/>
          </a:xfrm>
          <a:prstGeom prst="straightConnector1">
            <a:avLst/>
          </a:prstGeom>
          <a:noFill/>
          <a:ln cap="flat" cmpd="sng" w="9525">
            <a:solidFill>
              <a:schemeClr val="dk2"/>
            </a:solidFill>
            <a:prstDash val="solid"/>
            <a:round/>
            <a:headEnd len="med" w="med" type="none"/>
            <a:tailEnd len="med" w="med" type="none"/>
          </a:ln>
        </p:spPr>
      </p:cxnSp>
      <p:sp>
        <p:nvSpPr>
          <p:cNvPr id="562" name="Google Shape;562;p53"/>
          <p:cNvSpPr txBox="1"/>
          <p:nvPr/>
        </p:nvSpPr>
        <p:spPr>
          <a:xfrm>
            <a:off x="133775" y="6176"/>
            <a:ext cx="1260600" cy="12804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solidFill>
                  <a:schemeClr val="dk1"/>
                </a:solidFill>
                <a:latin typeface="Instrument Sans"/>
                <a:ea typeface="Instrument Sans"/>
                <a:cs typeface="Instrument Sans"/>
                <a:sym typeface="Instrument Sans"/>
              </a:rPr>
              <a:t>01</a:t>
            </a:r>
            <a:endParaRPr sz="2400">
              <a:solidFill>
                <a:schemeClr val="dk1"/>
              </a:solidFill>
              <a:latin typeface="Instrument Sans"/>
              <a:ea typeface="Instrument Sans"/>
              <a:cs typeface="Instrument Sans"/>
              <a:sym typeface="Instrument Sans"/>
            </a:endParaRPr>
          </a:p>
        </p:txBody>
      </p:sp>
      <p:sp>
        <p:nvSpPr>
          <p:cNvPr id="563" name="Google Shape;563;p53"/>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4" name="Google Shape;564;p53"/>
          <p:cNvSpPr txBox="1"/>
          <p:nvPr>
            <p:ph type="title"/>
          </p:nvPr>
        </p:nvSpPr>
        <p:spPr>
          <a:xfrm>
            <a:off x="1753475" y="466225"/>
            <a:ext cx="6202200" cy="360300"/>
          </a:xfrm>
          <a:prstGeom prst="rect">
            <a:avLst/>
          </a:prstGeom>
        </p:spPr>
        <p:txBody>
          <a:bodyPr anchorCtr="0" anchor="t" bIns="0" lIns="91425" spcFirstLastPara="1" rIns="91425" wrap="square" tIns="0">
            <a:spAutoFit/>
          </a:bodyPr>
          <a:lstStyle/>
          <a:p>
            <a:pPr indent="0" lvl="0" marL="0" rtl="0" algn="ctr">
              <a:lnSpc>
                <a:spcPct val="90000"/>
              </a:lnSpc>
              <a:spcBef>
                <a:spcPts val="0"/>
              </a:spcBef>
              <a:spcAft>
                <a:spcPts val="0"/>
              </a:spcAft>
              <a:buNone/>
            </a:pPr>
            <a:r>
              <a:rPr lang="en" sz="2600"/>
              <a:t>Problem Overview and Data</a:t>
            </a:r>
            <a:endParaRPr sz="3800"/>
          </a:p>
        </p:txBody>
      </p:sp>
      <p:sp>
        <p:nvSpPr>
          <p:cNvPr id="565" name="Google Shape;565;p53"/>
          <p:cNvSpPr txBox="1"/>
          <p:nvPr>
            <p:ph idx="4294967295" type="title"/>
          </p:nvPr>
        </p:nvSpPr>
        <p:spPr>
          <a:xfrm>
            <a:off x="128875" y="1478425"/>
            <a:ext cx="3622800" cy="3658800"/>
          </a:xfrm>
          <a:prstGeom prst="rect">
            <a:avLst/>
          </a:prstGeom>
        </p:spPr>
        <p:txBody>
          <a:bodyPr anchorCtr="0" anchor="ctr" bIns="91425" lIns="91425" spcFirstLastPara="1" rIns="91425" wrap="square" tIns="91425">
            <a:spAutoFit/>
          </a:bodyPr>
          <a:lstStyle/>
          <a:p>
            <a:pPr indent="0" lvl="0" marL="0" rtl="0" algn="l">
              <a:lnSpc>
                <a:spcPct val="115000"/>
              </a:lnSpc>
              <a:spcBef>
                <a:spcPts val="1200"/>
              </a:spcBef>
              <a:spcAft>
                <a:spcPts val="0"/>
              </a:spcAft>
              <a:buNone/>
            </a:pPr>
            <a:r>
              <a:rPr b="1" lang="en" sz="1400"/>
              <a:t>Challenges:</a:t>
            </a:r>
            <a:endParaRPr b="1" sz="1400"/>
          </a:p>
          <a:p>
            <a:pPr indent="-317500" lvl="0" marL="457200" rtl="0" algn="l">
              <a:lnSpc>
                <a:spcPct val="150000"/>
              </a:lnSpc>
              <a:spcBef>
                <a:spcPts val="1200"/>
              </a:spcBef>
              <a:spcAft>
                <a:spcPts val="0"/>
              </a:spcAft>
              <a:buClr>
                <a:schemeClr val="lt1"/>
              </a:buClr>
              <a:buSzPts val="1400"/>
              <a:buChar char="●"/>
            </a:pPr>
            <a:r>
              <a:rPr lang="en" sz="1400"/>
              <a:t>Rising transportation costs</a:t>
            </a:r>
            <a:endParaRPr sz="1400"/>
          </a:p>
          <a:p>
            <a:pPr indent="-317500" lvl="0" marL="457200" rtl="0" algn="l">
              <a:lnSpc>
                <a:spcPct val="150000"/>
              </a:lnSpc>
              <a:spcBef>
                <a:spcPts val="0"/>
              </a:spcBef>
              <a:spcAft>
                <a:spcPts val="0"/>
              </a:spcAft>
              <a:buClr>
                <a:schemeClr val="lt1"/>
              </a:buClr>
              <a:buSzPts val="1400"/>
              <a:buChar char="●"/>
            </a:pPr>
            <a:r>
              <a:rPr lang="en" sz="1400"/>
              <a:t>Urban traffic congestion</a:t>
            </a:r>
            <a:endParaRPr sz="1400"/>
          </a:p>
          <a:p>
            <a:pPr indent="-317500" lvl="0" marL="457200" rtl="0" algn="l">
              <a:lnSpc>
                <a:spcPct val="150000"/>
              </a:lnSpc>
              <a:spcBef>
                <a:spcPts val="0"/>
              </a:spcBef>
              <a:spcAft>
                <a:spcPts val="0"/>
              </a:spcAft>
              <a:buClr>
                <a:schemeClr val="lt1"/>
              </a:buClr>
              <a:buSzPts val="1400"/>
              <a:buChar char="●"/>
            </a:pPr>
            <a:r>
              <a:rPr lang="en" sz="1400"/>
              <a:t>Carbon emissions from delivery operations</a:t>
            </a:r>
            <a:endParaRPr sz="1400"/>
          </a:p>
          <a:p>
            <a:pPr indent="-317500" lvl="0" marL="457200" rtl="0" algn="l">
              <a:lnSpc>
                <a:spcPct val="150000"/>
              </a:lnSpc>
              <a:spcBef>
                <a:spcPts val="0"/>
              </a:spcBef>
              <a:spcAft>
                <a:spcPts val="0"/>
              </a:spcAft>
              <a:buClr>
                <a:schemeClr val="lt1"/>
              </a:buClr>
              <a:buSzPts val="1400"/>
              <a:buChar char="●"/>
            </a:pPr>
            <a:r>
              <a:rPr lang="en" sz="1400"/>
              <a:t>Increasing customer demand for fast deliveries</a:t>
            </a:r>
            <a:endParaRPr sz="1400"/>
          </a:p>
          <a:p>
            <a:pPr indent="-317500" lvl="0" marL="457200" rtl="0" algn="l">
              <a:lnSpc>
                <a:spcPct val="150000"/>
              </a:lnSpc>
              <a:spcBef>
                <a:spcPts val="0"/>
              </a:spcBef>
              <a:spcAft>
                <a:spcPts val="0"/>
              </a:spcAft>
              <a:buClr>
                <a:schemeClr val="lt1"/>
              </a:buClr>
              <a:buSzPts val="1400"/>
              <a:buChar char="●"/>
            </a:pPr>
            <a:r>
              <a:rPr lang="en" sz="1400"/>
              <a:t>Environmental regulations in low-emission districts</a:t>
            </a:r>
            <a:endParaRPr sz="1400"/>
          </a:p>
          <a:p>
            <a:pPr indent="0" lvl="0" marL="0" rtl="0" algn="l">
              <a:spcBef>
                <a:spcPts val="1200"/>
              </a:spcBef>
              <a:spcAft>
                <a:spcPts val="0"/>
              </a:spcAft>
              <a:buNone/>
            </a:pPr>
            <a:r>
              <a:t/>
            </a:r>
            <a:endParaRPr/>
          </a:p>
        </p:txBody>
      </p:sp>
      <p:cxnSp>
        <p:nvCxnSpPr>
          <p:cNvPr id="566" name="Google Shape;566;p53"/>
          <p:cNvCxnSpPr/>
          <p:nvPr/>
        </p:nvCxnSpPr>
        <p:spPr>
          <a:xfrm flipH="1">
            <a:off x="4264275" y="1286575"/>
            <a:ext cx="22200" cy="3921600"/>
          </a:xfrm>
          <a:prstGeom prst="straightConnector1">
            <a:avLst/>
          </a:prstGeom>
          <a:noFill/>
          <a:ln cap="flat" cmpd="sng" w="9525">
            <a:solidFill>
              <a:schemeClr val="dk2"/>
            </a:solidFill>
            <a:prstDash val="solid"/>
            <a:round/>
            <a:headEnd len="med" w="med" type="none"/>
            <a:tailEnd len="med" w="med" type="none"/>
          </a:ln>
        </p:spPr>
      </p:cxnSp>
      <p:sp>
        <p:nvSpPr>
          <p:cNvPr id="567" name="Google Shape;567;p53"/>
          <p:cNvSpPr txBox="1"/>
          <p:nvPr>
            <p:ph idx="4294967295" type="subTitle"/>
          </p:nvPr>
        </p:nvSpPr>
        <p:spPr>
          <a:xfrm>
            <a:off x="5308325" y="1852125"/>
            <a:ext cx="2713800" cy="2316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800"/>
              <a:t>GreenCity Logistics is seeking to create a more sustainable urban delivery network while maintaining reliable customer service.</a:t>
            </a:r>
            <a:endParaRPr b="1"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4"/>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54"/>
          <p:cNvSpPr txBox="1"/>
          <p:nvPr>
            <p:ph type="title"/>
          </p:nvPr>
        </p:nvSpPr>
        <p:spPr>
          <a:xfrm>
            <a:off x="411900" y="1399453"/>
            <a:ext cx="7467600" cy="36210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0"/>
              </a:spcAft>
              <a:buNone/>
            </a:pPr>
            <a:r>
              <a:rPr b="1" lang="en" sz="1600"/>
              <a:t>Our project focused on helping GreenCity Logistics:</a:t>
            </a:r>
            <a:endParaRPr b="1" sz="1600"/>
          </a:p>
          <a:p>
            <a:pPr indent="0" lvl="0" marL="0" rtl="0" algn="l">
              <a:lnSpc>
                <a:spcPct val="115000"/>
              </a:lnSpc>
              <a:spcBef>
                <a:spcPts val="1200"/>
              </a:spcBef>
              <a:spcAft>
                <a:spcPts val="0"/>
              </a:spcAft>
              <a:buNone/>
            </a:pPr>
            <a:r>
              <a:t/>
            </a:r>
            <a:endParaRPr b="1" sz="1600"/>
          </a:p>
          <a:p>
            <a:pPr indent="-330200" lvl="0" marL="457200" rtl="0" algn="l">
              <a:lnSpc>
                <a:spcPct val="115000"/>
              </a:lnSpc>
              <a:spcBef>
                <a:spcPts val="1200"/>
              </a:spcBef>
              <a:spcAft>
                <a:spcPts val="0"/>
              </a:spcAft>
              <a:buClr>
                <a:schemeClr val="lt1"/>
              </a:buClr>
              <a:buSzPts val="1600"/>
              <a:buChar char="●"/>
            </a:pPr>
            <a:r>
              <a:rPr lang="en" sz="1600"/>
              <a:t>Reduce total operating costs</a:t>
            </a:r>
            <a:endParaRPr sz="1600"/>
          </a:p>
          <a:p>
            <a:pPr indent="-330200" lvl="0" marL="457200" rtl="0" algn="l">
              <a:lnSpc>
                <a:spcPct val="115000"/>
              </a:lnSpc>
              <a:spcBef>
                <a:spcPts val="0"/>
              </a:spcBef>
              <a:spcAft>
                <a:spcPts val="0"/>
              </a:spcAft>
              <a:buClr>
                <a:schemeClr val="lt1"/>
              </a:buClr>
              <a:buSzPts val="1600"/>
              <a:buChar char="●"/>
            </a:pPr>
            <a:r>
              <a:rPr lang="en" sz="1600"/>
              <a:t>Reduce environmental impact</a:t>
            </a:r>
            <a:endParaRPr sz="1600"/>
          </a:p>
          <a:p>
            <a:pPr indent="-330200" lvl="0" marL="457200" rtl="0" algn="l">
              <a:lnSpc>
                <a:spcPct val="115000"/>
              </a:lnSpc>
              <a:spcBef>
                <a:spcPts val="0"/>
              </a:spcBef>
              <a:spcAft>
                <a:spcPts val="0"/>
              </a:spcAft>
              <a:buClr>
                <a:schemeClr val="lt1"/>
              </a:buClr>
              <a:buSzPts val="1600"/>
              <a:buChar char="●"/>
            </a:pPr>
            <a:r>
              <a:rPr lang="en" sz="1600"/>
              <a:t>Maintain delivery reliabil</a:t>
            </a:r>
            <a:r>
              <a:rPr lang="en" sz="1600"/>
              <a:t>ity</a:t>
            </a:r>
            <a:endParaRPr sz="1600"/>
          </a:p>
          <a:p>
            <a:pPr indent="-330200" lvl="0" marL="457200" rtl="0" algn="l">
              <a:lnSpc>
                <a:spcPct val="115000"/>
              </a:lnSpc>
              <a:spcBef>
                <a:spcPts val="0"/>
              </a:spcBef>
              <a:spcAft>
                <a:spcPts val="0"/>
              </a:spcAft>
              <a:buClr>
                <a:schemeClr val="lt1"/>
              </a:buClr>
              <a:buSzPts val="1600"/>
              <a:buChar char="●"/>
            </a:pPr>
            <a:r>
              <a:rPr lang="en" sz="1600"/>
              <a:t>Improve network efficiency</a:t>
            </a:r>
            <a:endParaRPr sz="1600"/>
          </a:p>
          <a:p>
            <a:pPr indent="-330200" lvl="0" marL="457200" rtl="0" algn="l">
              <a:lnSpc>
                <a:spcPct val="115000"/>
              </a:lnSpc>
              <a:spcBef>
                <a:spcPts val="0"/>
              </a:spcBef>
              <a:spcAft>
                <a:spcPts val="0"/>
              </a:spcAft>
              <a:buClr>
                <a:schemeClr val="lt1"/>
              </a:buClr>
              <a:buSzPts val="1600"/>
              <a:buChar char="●"/>
            </a:pPr>
            <a:r>
              <a:rPr lang="en" sz="1600"/>
              <a:t>Meet customer service requirements</a:t>
            </a:r>
            <a:endParaRPr sz="1600"/>
          </a:p>
          <a:p>
            <a:pPr indent="0" lvl="0" marL="0" rtl="0" algn="l">
              <a:spcBef>
                <a:spcPts val="1200"/>
              </a:spcBef>
              <a:spcAft>
                <a:spcPts val="0"/>
              </a:spcAft>
              <a:buNone/>
            </a:pPr>
            <a:r>
              <a:t/>
            </a:r>
            <a:endParaRPr/>
          </a:p>
        </p:txBody>
      </p:sp>
      <p:pic>
        <p:nvPicPr>
          <p:cNvPr descr="A close-up of water refracting colors and shapes. " id="574" name="Google Shape;574;p54"/>
          <p:cNvPicPr preferRelativeResize="0"/>
          <p:nvPr>
            <p:ph idx="2" type="pic"/>
          </p:nvPr>
        </p:nvPicPr>
        <p:blipFill rotWithShape="1">
          <a:blip r:embed="rId3">
            <a:alphaModFix/>
          </a:blip>
          <a:srcRect b="54055" l="74211" r="3635" t="11701"/>
          <a:stretch/>
        </p:blipFill>
        <p:spPr>
          <a:xfrm>
            <a:off x="7757975" y="0"/>
            <a:ext cx="1256100" cy="1286401"/>
          </a:xfrm>
          <a:prstGeom prst="rect">
            <a:avLst/>
          </a:prstGeom>
        </p:spPr>
      </p:pic>
      <p:sp>
        <p:nvSpPr>
          <p:cNvPr id="575" name="Google Shape;575;p54"/>
          <p:cNvSpPr txBox="1"/>
          <p:nvPr>
            <p:ph idx="1" type="subTitle"/>
          </p:nvPr>
        </p:nvSpPr>
        <p:spPr>
          <a:xfrm>
            <a:off x="411900" y="315150"/>
            <a:ext cx="6648000" cy="82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latin typeface="Poppins"/>
                <a:ea typeface="Poppins"/>
                <a:cs typeface="Poppins"/>
                <a:sym typeface="Poppins"/>
              </a:rPr>
              <a:t>What Were We Trying to Achieve?</a:t>
            </a:r>
            <a:endParaRPr sz="2600">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cxnSp>
        <p:nvCxnSpPr>
          <p:cNvPr id="580" name="Google Shape;580;p55"/>
          <p:cNvCxnSpPr/>
          <p:nvPr/>
        </p:nvCxnSpPr>
        <p:spPr>
          <a:xfrm>
            <a:off x="118615" y="3512263"/>
            <a:ext cx="4661400" cy="87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55"/>
          <p:cNvCxnSpPr/>
          <p:nvPr/>
        </p:nvCxnSpPr>
        <p:spPr>
          <a:xfrm flipH="1" rot="10800000">
            <a:off x="129726" y="4350775"/>
            <a:ext cx="4636500" cy="27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55"/>
          <p:cNvCxnSpPr/>
          <p:nvPr/>
        </p:nvCxnSpPr>
        <p:spPr>
          <a:xfrm flipH="1" rot="10800000">
            <a:off x="157925" y="1881263"/>
            <a:ext cx="4582800" cy="30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55"/>
          <p:cNvCxnSpPr/>
          <p:nvPr/>
        </p:nvCxnSpPr>
        <p:spPr>
          <a:xfrm>
            <a:off x="1402775" y="1107975"/>
            <a:ext cx="3900" cy="4026300"/>
          </a:xfrm>
          <a:prstGeom prst="straightConnector1">
            <a:avLst/>
          </a:prstGeom>
          <a:noFill/>
          <a:ln cap="flat" cmpd="sng" w="9525">
            <a:solidFill>
              <a:schemeClr val="dk2"/>
            </a:solidFill>
            <a:prstDash val="solid"/>
            <a:round/>
            <a:headEnd len="med" w="med" type="none"/>
            <a:tailEnd len="med" w="med" type="none"/>
          </a:ln>
        </p:spPr>
      </p:cxnSp>
      <p:cxnSp>
        <p:nvCxnSpPr>
          <p:cNvPr id="584" name="Google Shape;584;p55"/>
          <p:cNvCxnSpPr/>
          <p:nvPr/>
        </p:nvCxnSpPr>
        <p:spPr>
          <a:xfrm>
            <a:off x="4756324" y="1092975"/>
            <a:ext cx="9900" cy="40563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55"/>
          <p:cNvCxnSpPr/>
          <p:nvPr/>
        </p:nvCxnSpPr>
        <p:spPr>
          <a:xfrm>
            <a:off x="128875" y="1093975"/>
            <a:ext cx="8892000" cy="0"/>
          </a:xfrm>
          <a:prstGeom prst="straightConnector1">
            <a:avLst/>
          </a:prstGeom>
          <a:noFill/>
          <a:ln cap="flat" cmpd="sng" w="9525">
            <a:solidFill>
              <a:schemeClr val="dk2"/>
            </a:solidFill>
            <a:prstDash val="solid"/>
            <a:round/>
            <a:headEnd len="med" w="med" type="none"/>
            <a:tailEnd len="med" w="med" type="none"/>
          </a:ln>
        </p:spPr>
      </p:cxnSp>
      <p:cxnSp>
        <p:nvCxnSpPr>
          <p:cNvPr id="586" name="Google Shape;586;p55"/>
          <p:cNvCxnSpPr/>
          <p:nvPr/>
        </p:nvCxnSpPr>
        <p:spPr>
          <a:xfrm flipH="1" rot="10800000">
            <a:off x="118625" y="2700075"/>
            <a:ext cx="4670100" cy="1200"/>
          </a:xfrm>
          <a:prstGeom prst="straightConnector1">
            <a:avLst/>
          </a:prstGeom>
          <a:noFill/>
          <a:ln cap="flat" cmpd="sng" w="9525">
            <a:solidFill>
              <a:schemeClr val="dk2"/>
            </a:solidFill>
            <a:prstDash val="solid"/>
            <a:round/>
            <a:headEnd len="med" w="med" type="none"/>
            <a:tailEnd len="med" w="med" type="none"/>
          </a:ln>
        </p:spPr>
      </p:cxnSp>
      <p:sp>
        <p:nvSpPr>
          <p:cNvPr id="587" name="Google Shape;587;p55"/>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8" name="Google Shape;588;p55"/>
          <p:cNvSpPr txBox="1"/>
          <p:nvPr>
            <p:ph type="title"/>
          </p:nvPr>
        </p:nvSpPr>
        <p:spPr>
          <a:xfrm>
            <a:off x="1151375" y="184800"/>
            <a:ext cx="64803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Understanding the Data Network</a:t>
            </a:r>
            <a:endParaRPr sz="2600"/>
          </a:p>
        </p:txBody>
      </p:sp>
      <p:sp>
        <p:nvSpPr>
          <p:cNvPr id="589" name="Google Shape;589;p55"/>
          <p:cNvSpPr txBox="1"/>
          <p:nvPr>
            <p:ph idx="5" type="subTitle"/>
          </p:nvPr>
        </p:nvSpPr>
        <p:spPr>
          <a:xfrm>
            <a:off x="1212075" y="1209714"/>
            <a:ext cx="3811200" cy="6885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200"/>
              <a:t>Potential fulfillment center locations</a:t>
            </a:r>
            <a:endParaRPr sz="1200"/>
          </a:p>
          <a:p>
            <a:pPr indent="0" lvl="0" marL="0" rtl="0" algn="l">
              <a:spcBef>
                <a:spcPts val="1200"/>
              </a:spcBef>
              <a:spcAft>
                <a:spcPts val="0"/>
              </a:spcAft>
              <a:buNone/>
            </a:pPr>
            <a:r>
              <a:t/>
            </a:r>
            <a:endParaRPr/>
          </a:p>
        </p:txBody>
      </p:sp>
      <p:sp>
        <p:nvSpPr>
          <p:cNvPr id="590" name="Google Shape;590;p55"/>
          <p:cNvSpPr txBox="1"/>
          <p:nvPr>
            <p:ph idx="7" type="subTitle"/>
          </p:nvPr>
        </p:nvSpPr>
        <p:spPr>
          <a:xfrm>
            <a:off x="1212063" y="2125195"/>
            <a:ext cx="3811200" cy="33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Customer demand zones</a:t>
            </a:r>
            <a:endParaRPr sz="1200"/>
          </a:p>
        </p:txBody>
      </p:sp>
      <p:sp>
        <p:nvSpPr>
          <p:cNvPr id="591" name="Google Shape;591;p55"/>
          <p:cNvSpPr txBox="1"/>
          <p:nvPr>
            <p:ph idx="9" type="subTitle"/>
          </p:nvPr>
        </p:nvSpPr>
        <p:spPr>
          <a:xfrm>
            <a:off x="1151363" y="2886406"/>
            <a:ext cx="3811200" cy="33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Vehicle fleet options</a:t>
            </a:r>
            <a:endParaRPr sz="1200"/>
          </a:p>
        </p:txBody>
      </p:sp>
      <p:sp>
        <p:nvSpPr>
          <p:cNvPr id="592" name="Google Shape;592;p55"/>
          <p:cNvSpPr txBox="1"/>
          <p:nvPr>
            <p:ph idx="1" type="subTitle"/>
          </p:nvPr>
        </p:nvSpPr>
        <p:spPr>
          <a:xfrm>
            <a:off x="470125" y="2858509"/>
            <a:ext cx="4167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93" name="Google Shape;593;p55"/>
          <p:cNvSpPr txBox="1"/>
          <p:nvPr>
            <p:ph idx="3" type="subTitle"/>
          </p:nvPr>
        </p:nvSpPr>
        <p:spPr>
          <a:xfrm>
            <a:off x="470125" y="1316663"/>
            <a:ext cx="4167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94" name="Google Shape;594;p55"/>
          <p:cNvSpPr txBox="1"/>
          <p:nvPr>
            <p:ph idx="2" type="subTitle"/>
          </p:nvPr>
        </p:nvSpPr>
        <p:spPr>
          <a:xfrm>
            <a:off x="470125" y="2149250"/>
            <a:ext cx="4167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95" name="Google Shape;595;p55"/>
          <p:cNvSpPr txBox="1"/>
          <p:nvPr/>
        </p:nvSpPr>
        <p:spPr>
          <a:xfrm>
            <a:off x="925025" y="833525"/>
            <a:ext cx="1677300" cy="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latin typeface="Instrument Sans"/>
              <a:ea typeface="Instrument Sans"/>
              <a:cs typeface="Instrument Sans"/>
              <a:sym typeface="Instrument Sans"/>
            </a:endParaRPr>
          </a:p>
        </p:txBody>
      </p:sp>
      <p:sp>
        <p:nvSpPr>
          <p:cNvPr id="596" name="Google Shape;596;p55"/>
          <p:cNvSpPr txBox="1"/>
          <p:nvPr/>
        </p:nvSpPr>
        <p:spPr>
          <a:xfrm>
            <a:off x="234800" y="640425"/>
            <a:ext cx="4977300" cy="33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lt1"/>
                </a:solidFill>
                <a:latin typeface="Poppins"/>
                <a:ea typeface="Poppins"/>
                <a:cs typeface="Poppins"/>
                <a:sym typeface="Poppins"/>
              </a:rPr>
              <a:t>We analyzed five key sources of information:</a:t>
            </a:r>
            <a:endParaRPr sz="1000">
              <a:solidFill>
                <a:schemeClr val="lt1"/>
              </a:solidFill>
              <a:latin typeface="Instrument Sans"/>
              <a:ea typeface="Instrument Sans"/>
              <a:cs typeface="Instrument Sans"/>
              <a:sym typeface="Instrument Sans"/>
            </a:endParaRPr>
          </a:p>
        </p:txBody>
      </p:sp>
      <p:sp>
        <p:nvSpPr>
          <p:cNvPr id="597" name="Google Shape;597;p55"/>
          <p:cNvSpPr txBox="1"/>
          <p:nvPr>
            <p:ph idx="3" type="subTitle"/>
          </p:nvPr>
        </p:nvSpPr>
        <p:spPr>
          <a:xfrm>
            <a:off x="472125" y="3739069"/>
            <a:ext cx="4167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98" name="Google Shape;598;p55"/>
          <p:cNvSpPr txBox="1"/>
          <p:nvPr>
            <p:ph idx="2" type="subTitle"/>
          </p:nvPr>
        </p:nvSpPr>
        <p:spPr>
          <a:xfrm>
            <a:off x="472125" y="4567375"/>
            <a:ext cx="4167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599" name="Google Shape;599;p55"/>
          <p:cNvSpPr txBox="1"/>
          <p:nvPr>
            <p:ph idx="9" type="subTitle"/>
          </p:nvPr>
        </p:nvSpPr>
        <p:spPr>
          <a:xfrm>
            <a:off x="1106832" y="3702495"/>
            <a:ext cx="3811200" cy="33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Travel distances and times</a:t>
            </a:r>
            <a:endParaRPr sz="1200"/>
          </a:p>
        </p:txBody>
      </p:sp>
      <p:sp>
        <p:nvSpPr>
          <p:cNvPr id="600" name="Google Shape;600;p55"/>
          <p:cNvSpPr txBox="1"/>
          <p:nvPr>
            <p:ph idx="9" type="subTitle"/>
          </p:nvPr>
        </p:nvSpPr>
        <p:spPr>
          <a:xfrm>
            <a:off x="925025" y="4518563"/>
            <a:ext cx="4263900" cy="51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Environmental restrictions and emissions requirements</a:t>
            </a:r>
            <a:endParaRPr sz="1200"/>
          </a:p>
        </p:txBody>
      </p:sp>
      <p:sp>
        <p:nvSpPr>
          <p:cNvPr id="601" name="Google Shape;601;p55"/>
          <p:cNvSpPr txBox="1"/>
          <p:nvPr/>
        </p:nvSpPr>
        <p:spPr>
          <a:xfrm>
            <a:off x="6090975" y="1820900"/>
            <a:ext cx="1833600" cy="51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Instrument Sans"/>
                <a:ea typeface="Instrument Sans"/>
                <a:cs typeface="Instrument Sans"/>
                <a:sym typeface="Instrument Sans"/>
              </a:rPr>
              <a:t>Key Insight</a:t>
            </a:r>
            <a:endParaRPr b="1" sz="2400">
              <a:solidFill>
                <a:schemeClr val="lt1"/>
              </a:solidFill>
              <a:latin typeface="Instrument Sans"/>
              <a:ea typeface="Instrument Sans"/>
              <a:cs typeface="Instrument Sans"/>
              <a:sym typeface="Instrument Sans"/>
            </a:endParaRPr>
          </a:p>
        </p:txBody>
      </p:sp>
      <p:sp>
        <p:nvSpPr>
          <p:cNvPr id="602" name="Google Shape;602;p55"/>
          <p:cNvSpPr txBox="1"/>
          <p:nvPr>
            <p:ph idx="9" type="subTitle"/>
          </p:nvPr>
        </p:nvSpPr>
        <p:spPr>
          <a:xfrm>
            <a:off x="5227125" y="2542850"/>
            <a:ext cx="3295800" cy="161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Combining these datasets allowed us to evaluate cost, sustainability, and service performance simultaneously.</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cxnSp>
        <p:nvCxnSpPr>
          <p:cNvPr id="607" name="Google Shape;607;p56"/>
          <p:cNvCxnSpPr/>
          <p:nvPr/>
        </p:nvCxnSpPr>
        <p:spPr>
          <a:xfrm>
            <a:off x="5071202" y="1051582"/>
            <a:ext cx="9900" cy="40917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56"/>
          <p:cNvCxnSpPr/>
          <p:nvPr/>
        </p:nvCxnSpPr>
        <p:spPr>
          <a:xfrm>
            <a:off x="126000" y="630825"/>
            <a:ext cx="8892000" cy="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56"/>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0" name="Google Shape;610;p56"/>
          <p:cNvSpPr txBox="1"/>
          <p:nvPr>
            <p:ph type="title"/>
          </p:nvPr>
        </p:nvSpPr>
        <p:spPr>
          <a:xfrm>
            <a:off x="1399300" y="57245"/>
            <a:ext cx="64803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Understanding the Data Network</a:t>
            </a:r>
            <a:endParaRPr sz="2600"/>
          </a:p>
        </p:txBody>
      </p:sp>
      <p:sp>
        <p:nvSpPr>
          <p:cNvPr id="611" name="Google Shape;611;p56"/>
          <p:cNvSpPr txBox="1"/>
          <p:nvPr/>
        </p:nvSpPr>
        <p:spPr>
          <a:xfrm>
            <a:off x="925025" y="833525"/>
            <a:ext cx="1677300" cy="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latin typeface="Instrument Sans"/>
              <a:ea typeface="Instrument Sans"/>
              <a:cs typeface="Instrument Sans"/>
              <a:sym typeface="Instrument Sans"/>
            </a:endParaRPr>
          </a:p>
        </p:txBody>
      </p:sp>
      <p:pic>
        <p:nvPicPr>
          <p:cNvPr id="612" name="Google Shape;612;p56" title="Screenshot 2026-05-31 at 3.01.44 PM.png"/>
          <p:cNvPicPr preferRelativeResize="0"/>
          <p:nvPr/>
        </p:nvPicPr>
        <p:blipFill rotWithShape="1">
          <a:blip r:embed="rId3">
            <a:alphaModFix/>
          </a:blip>
          <a:srcRect b="0" l="7158" r="0" t="0"/>
          <a:stretch/>
        </p:blipFill>
        <p:spPr>
          <a:xfrm>
            <a:off x="1900142" y="630825"/>
            <a:ext cx="2554758" cy="2186900"/>
          </a:xfrm>
          <a:prstGeom prst="rect">
            <a:avLst/>
          </a:prstGeom>
          <a:noFill/>
          <a:ln>
            <a:noFill/>
          </a:ln>
        </p:spPr>
      </p:pic>
      <p:pic>
        <p:nvPicPr>
          <p:cNvPr id="613" name="Google Shape;613;p56" title="Screenshot 2026-05-31 at 3.01.57 PM.png"/>
          <p:cNvPicPr preferRelativeResize="0"/>
          <p:nvPr/>
        </p:nvPicPr>
        <p:blipFill>
          <a:blip r:embed="rId4">
            <a:alphaModFix/>
          </a:blip>
          <a:stretch>
            <a:fillRect/>
          </a:stretch>
        </p:blipFill>
        <p:spPr>
          <a:xfrm>
            <a:off x="4454905" y="630825"/>
            <a:ext cx="2887195" cy="2066448"/>
          </a:xfrm>
          <a:prstGeom prst="rect">
            <a:avLst/>
          </a:prstGeom>
          <a:noFill/>
          <a:ln>
            <a:noFill/>
          </a:ln>
        </p:spPr>
      </p:pic>
      <p:pic>
        <p:nvPicPr>
          <p:cNvPr id="614" name="Google Shape;614;p56" title="Screenshot 2026-05-31 at 3.02.33 PM.png"/>
          <p:cNvPicPr preferRelativeResize="0"/>
          <p:nvPr/>
        </p:nvPicPr>
        <p:blipFill rotWithShape="1">
          <a:blip r:embed="rId5">
            <a:alphaModFix/>
          </a:blip>
          <a:srcRect b="0" l="0" r="0" t="4095"/>
          <a:stretch/>
        </p:blipFill>
        <p:spPr>
          <a:xfrm>
            <a:off x="4454905" y="2697272"/>
            <a:ext cx="2887195" cy="2396540"/>
          </a:xfrm>
          <a:prstGeom prst="rect">
            <a:avLst/>
          </a:prstGeom>
          <a:noFill/>
          <a:ln>
            <a:noFill/>
          </a:ln>
        </p:spPr>
      </p:pic>
      <p:pic>
        <p:nvPicPr>
          <p:cNvPr id="615" name="Google Shape;615;p56" title="Screenshot 2026-05-31 at 3.02.59 PM.png"/>
          <p:cNvPicPr preferRelativeResize="0"/>
          <p:nvPr/>
        </p:nvPicPr>
        <p:blipFill>
          <a:blip r:embed="rId6">
            <a:alphaModFix/>
          </a:blip>
          <a:stretch>
            <a:fillRect/>
          </a:stretch>
        </p:blipFill>
        <p:spPr>
          <a:xfrm>
            <a:off x="1900142" y="2801409"/>
            <a:ext cx="2554762" cy="22924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7"/>
          <p:cNvSpPr txBox="1"/>
          <p:nvPr/>
        </p:nvSpPr>
        <p:spPr>
          <a:xfrm>
            <a:off x="134250" y="1200"/>
            <a:ext cx="1260600" cy="128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621" name="Google Shape;621;p57"/>
          <p:cNvCxnSpPr/>
          <p:nvPr/>
        </p:nvCxnSpPr>
        <p:spPr>
          <a:xfrm>
            <a:off x="128875" y="1291375"/>
            <a:ext cx="8902500" cy="0"/>
          </a:xfrm>
          <a:prstGeom prst="straightConnector1">
            <a:avLst/>
          </a:prstGeom>
          <a:noFill/>
          <a:ln cap="flat" cmpd="sng" w="9525">
            <a:solidFill>
              <a:schemeClr val="dk2"/>
            </a:solidFill>
            <a:prstDash val="solid"/>
            <a:round/>
            <a:headEnd len="med" w="med" type="none"/>
            <a:tailEnd len="med" w="med" type="none"/>
          </a:ln>
        </p:spPr>
      </p:cxnSp>
      <p:sp>
        <p:nvSpPr>
          <p:cNvPr id="622" name="Google Shape;622;p57"/>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57"/>
          <p:cNvSpPr txBox="1"/>
          <p:nvPr>
            <p:ph type="title"/>
          </p:nvPr>
        </p:nvSpPr>
        <p:spPr>
          <a:xfrm>
            <a:off x="128875" y="0"/>
            <a:ext cx="1263600" cy="12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02</a:t>
            </a:r>
            <a:endParaRPr>
              <a:solidFill>
                <a:schemeClr val="lt1"/>
              </a:solidFill>
            </a:endParaRPr>
          </a:p>
        </p:txBody>
      </p:sp>
      <p:sp>
        <p:nvSpPr>
          <p:cNvPr id="624" name="Google Shape;624;p57"/>
          <p:cNvSpPr txBox="1"/>
          <p:nvPr>
            <p:ph idx="3" type="title"/>
          </p:nvPr>
        </p:nvSpPr>
        <p:spPr>
          <a:xfrm>
            <a:off x="1453950" y="466975"/>
            <a:ext cx="6236100" cy="824400"/>
          </a:xfrm>
          <a:prstGeom prst="rect">
            <a:avLst/>
          </a:prstGeom>
        </p:spPr>
        <p:txBody>
          <a:bodyPr anchorCtr="0" anchor="t" bIns="0" lIns="91425" spcFirstLastPara="1" rIns="91425" wrap="square" tIns="0">
            <a:spAutoFit/>
          </a:bodyPr>
          <a:lstStyle/>
          <a:p>
            <a:pPr indent="0" lvl="0" marL="0" rtl="0" algn="ctr">
              <a:spcBef>
                <a:spcPts val="0"/>
              </a:spcBef>
              <a:spcAft>
                <a:spcPts val="0"/>
              </a:spcAft>
              <a:buNone/>
            </a:pPr>
            <a:r>
              <a:rPr lang="en" sz="2700"/>
              <a:t>Optimization Framework</a:t>
            </a:r>
            <a:endParaRPr sz="2700"/>
          </a:p>
          <a:p>
            <a:pPr indent="0" lvl="0" marL="0" rtl="0" algn="l">
              <a:spcBef>
                <a:spcPts val="0"/>
              </a:spcBef>
              <a:spcAft>
                <a:spcPts val="0"/>
              </a:spcAft>
              <a:buNone/>
            </a:pPr>
            <a:r>
              <a:t/>
            </a:r>
            <a:endParaRPr/>
          </a:p>
        </p:txBody>
      </p:sp>
      <p:sp>
        <p:nvSpPr>
          <p:cNvPr id="625" name="Google Shape;625;p57"/>
          <p:cNvSpPr txBox="1"/>
          <p:nvPr>
            <p:ph idx="4294967295" type="subTitle"/>
          </p:nvPr>
        </p:nvSpPr>
        <p:spPr>
          <a:xfrm>
            <a:off x="240150" y="3350177"/>
            <a:ext cx="2818500" cy="393600"/>
          </a:xfrm>
          <a:prstGeom prst="rect">
            <a:avLst/>
          </a:prstGeom>
        </p:spPr>
        <p:txBody>
          <a:bodyPr anchorCtr="0" anchor="t" bIns="62750" lIns="62750" spcFirstLastPara="1" rIns="62750" wrap="square" tIns="62750">
            <a:noAutofit/>
          </a:bodyPr>
          <a:lstStyle/>
          <a:p>
            <a:pPr indent="0" lvl="0" marL="0" rtl="0" algn="l">
              <a:spcBef>
                <a:spcPts val="0"/>
              </a:spcBef>
              <a:spcAft>
                <a:spcPts val="0"/>
              </a:spcAft>
              <a:buNone/>
            </a:pPr>
            <a:r>
              <a:rPr lang="en" sz="1600">
                <a:latin typeface="Poppins"/>
                <a:ea typeface="Poppins"/>
                <a:cs typeface="Poppins"/>
                <a:sym typeface="Poppins"/>
              </a:rPr>
              <a:t>Vehicle Decisions</a:t>
            </a:r>
            <a:endParaRPr sz="1600">
              <a:latin typeface="Poppins"/>
              <a:ea typeface="Poppins"/>
              <a:cs typeface="Poppins"/>
              <a:sym typeface="Poppins"/>
            </a:endParaRPr>
          </a:p>
        </p:txBody>
      </p:sp>
      <p:sp>
        <p:nvSpPr>
          <p:cNvPr id="626" name="Google Shape;626;p57"/>
          <p:cNvSpPr txBox="1"/>
          <p:nvPr>
            <p:ph idx="3" type="title"/>
          </p:nvPr>
        </p:nvSpPr>
        <p:spPr>
          <a:xfrm>
            <a:off x="405171" y="3612699"/>
            <a:ext cx="2618400" cy="440700"/>
          </a:xfrm>
          <a:prstGeom prst="rect">
            <a:avLst/>
          </a:prstGeom>
        </p:spPr>
        <p:txBody>
          <a:bodyPr anchorCtr="0" anchor="t" bIns="62750" lIns="62750" spcFirstLastPara="1" rIns="62750" wrap="square" tIns="62750">
            <a:spAutoFit/>
          </a:bodyPr>
          <a:lstStyle/>
          <a:p>
            <a:pPr indent="0" lvl="0" marL="0" rtl="0" algn="l">
              <a:spcBef>
                <a:spcPts val="0"/>
              </a:spcBef>
              <a:spcAft>
                <a:spcPts val="0"/>
              </a:spcAft>
              <a:buNone/>
            </a:pPr>
            <a:r>
              <a:rPr lang="en" sz="1200"/>
              <a:t>Which vehicles are best for each area?</a:t>
            </a:r>
            <a:endParaRPr sz="1200"/>
          </a:p>
        </p:txBody>
      </p:sp>
      <p:sp>
        <p:nvSpPr>
          <p:cNvPr id="627" name="Google Shape;627;p57"/>
          <p:cNvSpPr txBox="1"/>
          <p:nvPr>
            <p:ph idx="4294967295" type="subTitle"/>
          </p:nvPr>
        </p:nvSpPr>
        <p:spPr>
          <a:xfrm>
            <a:off x="240150" y="4013762"/>
            <a:ext cx="2818500" cy="291000"/>
          </a:xfrm>
          <a:prstGeom prst="rect">
            <a:avLst/>
          </a:prstGeom>
        </p:spPr>
        <p:txBody>
          <a:bodyPr anchorCtr="0" anchor="t" bIns="62750" lIns="62750" spcFirstLastPara="1" rIns="62750" wrap="square" tIns="62750">
            <a:noAutofit/>
          </a:bodyPr>
          <a:lstStyle/>
          <a:p>
            <a:pPr indent="0" lvl="0" marL="0" rtl="0" algn="l">
              <a:spcBef>
                <a:spcPts val="0"/>
              </a:spcBef>
              <a:spcAft>
                <a:spcPts val="0"/>
              </a:spcAft>
              <a:buNone/>
            </a:pPr>
            <a:r>
              <a:rPr lang="en" sz="1600">
                <a:latin typeface="Poppins"/>
                <a:ea typeface="Poppins"/>
                <a:cs typeface="Poppins"/>
                <a:sym typeface="Poppins"/>
              </a:rPr>
              <a:t>Sustainability Decisions</a:t>
            </a:r>
            <a:endParaRPr sz="1600">
              <a:latin typeface="Poppins"/>
              <a:ea typeface="Poppins"/>
              <a:cs typeface="Poppins"/>
              <a:sym typeface="Poppins"/>
            </a:endParaRPr>
          </a:p>
        </p:txBody>
      </p:sp>
      <p:sp>
        <p:nvSpPr>
          <p:cNvPr id="628" name="Google Shape;628;p57"/>
          <p:cNvSpPr txBox="1"/>
          <p:nvPr>
            <p:ph idx="4294967295" type="title"/>
          </p:nvPr>
        </p:nvSpPr>
        <p:spPr>
          <a:xfrm>
            <a:off x="355925" y="4326150"/>
            <a:ext cx="3029100" cy="885300"/>
          </a:xfrm>
          <a:prstGeom prst="rect">
            <a:avLst/>
          </a:prstGeom>
        </p:spPr>
        <p:txBody>
          <a:bodyPr anchorCtr="0" anchor="t" bIns="62750" lIns="62750" spcFirstLastPara="1" rIns="62750" wrap="square" tIns="62750">
            <a:spAutoFit/>
          </a:bodyPr>
          <a:lstStyle/>
          <a:p>
            <a:pPr indent="0" lvl="0" marL="0" rtl="0" algn="l">
              <a:lnSpc>
                <a:spcPct val="115000"/>
              </a:lnSpc>
              <a:spcBef>
                <a:spcPts val="824"/>
              </a:spcBef>
              <a:spcAft>
                <a:spcPts val="0"/>
              </a:spcAft>
              <a:buNone/>
            </a:pPr>
            <a:r>
              <a:rPr lang="en" sz="1200"/>
              <a:t>How can emissions be reduced without sacrificing service?</a:t>
            </a:r>
            <a:endParaRPr sz="1200"/>
          </a:p>
          <a:p>
            <a:pPr indent="0" lvl="0" marL="0" rtl="0" algn="l">
              <a:spcBef>
                <a:spcPts val="824"/>
              </a:spcBef>
              <a:spcAft>
                <a:spcPts val="0"/>
              </a:spcAft>
              <a:buNone/>
            </a:pPr>
            <a:r>
              <a:t/>
            </a:r>
            <a:endParaRPr sz="1647"/>
          </a:p>
        </p:txBody>
      </p:sp>
      <p:sp>
        <p:nvSpPr>
          <p:cNvPr id="629" name="Google Shape;629;p57"/>
          <p:cNvSpPr txBox="1"/>
          <p:nvPr>
            <p:ph idx="4294967295" type="subTitle"/>
          </p:nvPr>
        </p:nvSpPr>
        <p:spPr>
          <a:xfrm>
            <a:off x="245500" y="1897949"/>
            <a:ext cx="2307600" cy="291000"/>
          </a:xfrm>
          <a:prstGeom prst="rect">
            <a:avLst/>
          </a:prstGeom>
        </p:spPr>
        <p:txBody>
          <a:bodyPr anchorCtr="0" anchor="t" bIns="62750" lIns="62750" spcFirstLastPara="1" rIns="62750" wrap="square" tIns="62750">
            <a:noAutofit/>
          </a:bodyPr>
          <a:lstStyle/>
          <a:p>
            <a:pPr indent="0" lvl="0" marL="0" rtl="0" algn="l">
              <a:spcBef>
                <a:spcPts val="0"/>
              </a:spcBef>
              <a:spcAft>
                <a:spcPts val="0"/>
              </a:spcAft>
              <a:buNone/>
            </a:pPr>
            <a:r>
              <a:rPr lang="en" sz="1600">
                <a:latin typeface="Poppins"/>
                <a:ea typeface="Poppins"/>
                <a:cs typeface="Poppins"/>
                <a:sym typeface="Poppins"/>
              </a:rPr>
              <a:t>Facility Decisions</a:t>
            </a:r>
            <a:endParaRPr sz="1600">
              <a:latin typeface="Poppins"/>
              <a:ea typeface="Poppins"/>
              <a:cs typeface="Poppins"/>
              <a:sym typeface="Poppins"/>
            </a:endParaRPr>
          </a:p>
          <a:p>
            <a:pPr indent="0" lvl="0" marL="0" rtl="0" algn="l">
              <a:spcBef>
                <a:spcPts val="0"/>
              </a:spcBef>
              <a:spcAft>
                <a:spcPts val="0"/>
              </a:spcAft>
              <a:buNone/>
            </a:pPr>
            <a:r>
              <a:t/>
            </a:r>
            <a:endParaRPr sz="961">
              <a:latin typeface="Poppins"/>
              <a:ea typeface="Poppins"/>
              <a:cs typeface="Poppins"/>
              <a:sym typeface="Poppins"/>
            </a:endParaRPr>
          </a:p>
        </p:txBody>
      </p:sp>
      <p:sp>
        <p:nvSpPr>
          <p:cNvPr id="630" name="Google Shape;630;p57"/>
          <p:cNvSpPr txBox="1"/>
          <p:nvPr>
            <p:ph idx="4294967295" type="title"/>
          </p:nvPr>
        </p:nvSpPr>
        <p:spPr>
          <a:xfrm>
            <a:off x="405176" y="2147912"/>
            <a:ext cx="2729700" cy="459300"/>
          </a:xfrm>
          <a:prstGeom prst="rect">
            <a:avLst/>
          </a:prstGeom>
        </p:spPr>
        <p:txBody>
          <a:bodyPr anchorCtr="0" anchor="t" bIns="62750" lIns="62750" spcFirstLastPara="1" rIns="62750" wrap="square" tIns="62750">
            <a:spAutoFit/>
          </a:bodyPr>
          <a:lstStyle/>
          <a:p>
            <a:pPr indent="0" lvl="0" marL="0" rtl="0" algn="l">
              <a:spcBef>
                <a:spcPts val="0"/>
              </a:spcBef>
              <a:spcAft>
                <a:spcPts val="0"/>
              </a:spcAft>
              <a:buNone/>
            </a:pPr>
            <a:r>
              <a:rPr lang="en" sz="1200"/>
              <a:t>Which fulfillment centers should operate?</a:t>
            </a:r>
            <a:endParaRPr sz="1200"/>
          </a:p>
        </p:txBody>
      </p:sp>
      <p:sp>
        <p:nvSpPr>
          <p:cNvPr id="631" name="Google Shape;631;p57"/>
          <p:cNvSpPr txBox="1"/>
          <p:nvPr>
            <p:ph idx="4294967295" type="subTitle"/>
          </p:nvPr>
        </p:nvSpPr>
        <p:spPr>
          <a:xfrm>
            <a:off x="284545" y="2568142"/>
            <a:ext cx="2729700" cy="291000"/>
          </a:xfrm>
          <a:prstGeom prst="rect">
            <a:avLst/>
          </a:prstGeom>
        </p:spPr>
        <p:txBody>
          <a:bodyPr anchorCtr="0" anchor="t" bIns="62750" lIns="62750" spcFirstLastPara="1" rIns="62750" wrap="square" tIns="62750">
            <a:noAutofit/>
          </a:bodyPr>
          <a:lstStyle/>
          <a:p>
            <a:pPr indent="0" lvl="0" marL="0" rtl="0" algn="l">
              <a:spcBef>
                <a:spcPts val="0"/>
              </a:spcBef>
              <a:spcAft>
                <a:spcPts val="0"/>
              </a:spcAft>
              <a:buNone/>
            </a:pPr>
            <a:r>
              <a:rPr lang="en" sz="1600">
                <a:latin typeface="Poppins"/>
                <a:ea typeface="Poppins"/>
                <a:cs typeface="Poppins"/>
                <a:sym typeface="Poppins"/>
              </a:rPr>
              <a:t>Delivery Decisions</a:t>
            </a:r>
            <a:endParaRPr sz="1600">
              <a:latin typeface="Poppins"/>
              <a:ea typeface="Poppins"/>
              <a:cs typeface="Poppins"/>
              <a:sym typeface="Poppins"/>
            </a:endParaRPr>
          </a:p>
        </p:txBody>
      </p:sp>
      <p:sp>
        <p:nvSpPr>
          <p:cNvPr id="632" name="Google Shape;632;p57"/>
          <p:cNvSpPr txBox="1"/>
          <p:nvPr>
            <p:ph idx="4294967295" type="title"/>
          </p:nvPr>
        </p:nvSpPr>
        <p:spPr>
          <a:xfrm>
            <a:off x="402419" y="2837653"/>
            <a:ext cx="3029100" cy="885300"/>
          </a:xfrm>
          <a:prstGeom prst="rect">
            <a:avLst/>
          </a:prstGeom>
        </p:spPr>
        <p:txBody>
          <a:bodyPr anchorCtr="0" anchor="t" bIns="62750" lIns="62750" spcFirstLastPara="1" rIns="62750" wrap="square" tIns="62750">
            <a:spAutoFit/>
          </a:bodyPr>
          <a:lstStyle/>
          <a:p>
            <a:pPr indent="0" lvl="0" marL="0" rtl="0" algn="l">
              <a:lnSpc>
                <a:spcPct val="115000"/>
              </a:lnSpc>
              <a:spcBef>
                <a:spcPts val="824"/>
              </a:spcBef>
              <a:spcAft>
                <a:spcPts val="0"/>
              </a:spcAft>
              <a:buNone/>
            </a:pPr>
            <a:r>
              <a:rPr lang="en" sz="1200"/>
              <a:t>Which customer zones should each facility serve?</a:t>
            </a:r>
            <a:endParaRPr sz="1200"/>
          </a:p>
          <a:p>
            <a:pPr indent="0" lvl="0" marL="0" rtl="0" algn="l">
              <a:spcBef>
                <a:spcPts val="824"/>
              </a:spcBef>
              <a:spcAft>
                <a:spcPts val="0"/>
              </a:spcAft>
              <a:buNone/>
            </a:pPr>
            <a:r>
              <a:t/>
            </a:r>
            <a:endParaRPr sz="1647"/>
          </a:p>
        </p:txBody>
      </p:sp>
      <p:sp>
        <p:nvSpPr>
          <p:cNvPr id="633" name="Google Shape;633;p57"/>
          <p:cNvSpPr txBox="1"/>
          <p:nvPr>
            <p:ph idx="4294967295" type="subTitle"/>
          </p:nvPr>
        </p:nvSpPr>
        <p:spPr>
          <a:xfrm>
            <a:off x="184325" y="1449161"/>
            <a:ext cx="2307600" cy="291000"/>
          </a:xfrm>
          <a:prstGeom prst="rect">
            <a:avLst/>
          </a:prstGeom>
        </p:spPr>
        <p:txBody>
          <a:bodyPr anchorCtr="0" anchor="t" bIns="62750" lIns="62750" spcFirstLastPara="1" rIns="62750" wrap="square" tIns="62750">
            <a:noAutofit/>
          </a:bodyPr>
          <a:lstStyle/>
          <a:p>
            <a:pPr indent="0" lvl="0" marL="0" rtl="0" algn="l">
              <a:spcBef>
                <a:spcPts val="0"/>
              </a:spcBef>
              <a:spcAft>
                <a:spcPts val="0"/>
              </a:spcAft>
              <a:buNone/>
            </a:pPr>
            <a:r>
              <a:rPr lang="en" sz="1600"/>
              <a:t>Our Approach:</a:t>
            </a:r>
            <a:endParaRPr sz="1600">
              <a:latin typeface="Poppins"/>
              <a:ea typeface="Poppins"/>
              <a:cs typeface="Poppins"/>
              <a:sym typeface="Poppins"/>
            </a:endParaRPr>
          </a:p>
          <a:p>
            <a:pPr indent="0" lvl="0" marL="0" rtl="0" algn="l">
              <a:spcBef>
                <a:spcPts val="0"/>
              </a:spcBef>
              <a:spcAft>
                <a:spcPts val="0"/>
              </a:spcAft>
              <a:buNone/>
            </a:pPr>
            <a:r>
              <a:t/>
            </a:r>
            <a:endParaRPr sz="961">
              <a:latin typeface="Poppins"/>
              <a:ea typeface="Poppins"/>
              <a:cs typeface="Poppins"/>
              <a:sym typeface="Poppins"/>
            </a:endParaRPr>
          </a:p>
        </p:txBody>
      </p:sp>
      <p:grpSp>
        <p:nvGrpSpPr>
          <p:cNvPr id="634" name="Google Shape;634;p57"/>
          <p:cNvGrpSpPr/>
          <p:nvPr/>
        </p:nvGrpSpPr>
        <p:grpSpPr>
          <a:xfrm>
            <a:off x="3431525" y="1305250"/>
            <a:ext cx="5708477" cy="3838251"/>
            <a:chOff x="3431525" y="1305250"/>
            <a:chExt cx="5708477" cy="3838251"/>
          </a:xfrm>
        </p:grpSpPr>
        <p:pic>
          <p:nvPicPr>
            <p:cNvPr id="635" name="Google Shape;635;p57" title="Screenshot 2026-06-01 at 3.19.47 PM.png"/>
            <p:cNvPicPr preferRelativeResize="0"/>
            <p:nvPr/>
          </p:nvPicPr>
          <p:blipFill rotWithShape="1">
            <a:blip r:embed="rId3">
              <a:alphaModFix/>
            </a:blip>
            <a:srcRect b="0" l="23012" r="0" t="7910"/>
            <a:stretch/>
          </p:blipFill>
          <p:spPr>
            <a:xfrm>
              <a:off x="3431525" y="1596250"/>
              <a:ext cx="5708477" cy="3547251"/>
            </a:xfrm>
            <a:prstGeom prst="rect">
              <a:avLst/>
            </a:prstGeom>
            <a:noFill/>
            <a:ln>
              <a:noFill/>
            </a:ln>
          </p:spPr>
        </p:pic>
        <p:pic>
          <p:nvPicPr>
            <p:cNvPr id="636" name="Google Shape;636;p57" title="Screenshot 2026-06-01 at 3.19.47 PM.png"/>
            <p:cNvPicPr preferRelativeResize="0"/>
            <p:nvPr/>
          </p:nvPicPr>
          <p:blipFill rotWithShape="1">
            <a:blip r:embed="rId3">
              <a:alphaModFix/>
            </a:blip>
            <a:srcRect b="92446" l="0" r="23012" t="0"/>
            <a:stretch/>
          </p:blipFill>
          <p:spPr>
            <a:xfrm>
              <a:off x="3431525" y="1305250"/>
              <a:ext cx="5708477" cy="290999"/>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58"/>
          <p:cNvSpPr txBox="1"/>
          <p:nvPr/>
        </p:nvSpPr>
        <p:spPr>
          <a:xfrm>
            <a:off x="128875" y="1200"/>
            <a:ext cx="1270500" cy="1290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642" name="Google Shape;642;p58"/>
          <p:cNvCxnSpPr/>
          <p:nvPr/>
        </p:nvCxnSpPr>
        <p:spPr>
          <a:xfrm>
            <a:off x="7752125" y="1600"/>
            <a:ext cx="0" cy="513960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58"/>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cxnSp>
        <p:nvCxnSpPr>
          <p:cNvPr id="644" name="Google Shape;644;p58"/>
          <p:cNvCxnSpPr/>
          <p:nvPr/>
        </p:nvCxnSpPr>
        <p:spPr>
          <a:xfrm>
            <a:off x="7756575" y="2579575"/>
            <a:ext cx="1270500" cy="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58"/>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6" name="Google Shape;646;p58"/>
          <p:cNvSpPr txBox="1"/>
          <p:nvPr>
            <p:ph type="title"/>
          </p:nvPr>
        </p:nvSpPr>
        <p:spPr>
          <a:xfrm>
            <a:off x="1453925" y="228600"/>
            <a:ext cx="5990700" cy="706500"/>
          </a:xfrm>
          <a:prstGeom prst="rect">
            <a:avLst/>
          </a:prstGeom>
        </p:spPr>
        <p:txBody>
          <a:bodyPr anchorCtr="0" anchor="t" bIns="0" lIns="91425" spcFirstLastPara="1" rIns="91425" wrap="square" tIns="0">
            <a:spAutoFit/>
          </a:bodyPr>
          <a:lstStyle/>
          <a:p>
            <a:pPr indent="0" lvl="0" marL="0" rtl="0" algn="ctr">
              <a:spcBef>
                <a:spcPts val="0"/>
              </a:spcBef>
              <a:spcAft>
                <a:spcPts val="0"/>
              </a:spcAft>
              <a:buNone/>
            </a:pPr>
            <a:r>
              <a:rPr lang="en" sz="2700"/>
              <a:t>Understanding Demand Across the City</a:t>
            </a:r>
            <a:endParaRPr sz="2700"/>
          </a:p>
        </p:txBody>
      </p:sp>
      <p:sp>
        <p:nvSpPr>
          <p:cNvPr id="647" name="Google Shape;647;p58"/>
          <p:cNvSpPr txBox="1"/>
          <p:nvPr>
            <p:ph idx="1" type="subTitle"/>
          </p:nvPr>
        </p:nvSpPr>
        <p:spPr>
          <a:xfrm>
            <a:off x="523150" y="1515700"/>
            <a:ext cx="6552300" cy="3393900"/>
          </a:xfrm>
          <a:prstGeom prst="rect">
            <a:avLst/>
          </a:prstGeom>
        </p:spPr>
        <p:txBody>
          <a:bodyPr anchorCtr="0" anchor="t" bIns="91425" lIns="182875" spcFirstLastPara="1" rIns="91425" wrap="square" tIns="91425">
            <a:noAutofit/>
          </a:bodyPr>
          <a:lstStyle/>
          <a:p>
            <a:pPr indent="-330200" lvl="0" marL="457200" rtl="0" algn="l">
              <a:lnSpc>
                <a:spcPct val="150000"/>
              </a:lnSpc>
              <a:spcBef>
                <a:spcPts val="0"/>
              </a:spcBef>
              <a:spcAft>
                <a:spcPts val="0"/>
              </a:spcAft>
              <a:buSzPts val="1600"/>
              <a:buFont typeface="Poppins Medium"/>
              <a:buChar char="●"/>
            </a:pPr>
            <a:r>
              <a:rPr lang="en" sz="1600">
                <a:latin typeface="Poppins Medium"/>
                <a:ea typeface="Poppins Medium"/>
                <a:cs typeface="Poppins Medium"/>
                <a:sym typeface="Poppins Medium"/>
              </a:rPr>
              <a:t>Demand is concentrated in several high-density zones</a:t>
            </a:r>
            <a:endParaRPr sz="1600">
              <a:latin typeface="Poppins Medium"/>
              <a:ea typeface="Poppins Medium"/>
              <a:cs typeface="Poppins Medium"/>
              <a:sym typeface="Poppins Medium"/>
            </a:endParaRPr>
          </a:p>
          <a:p>
            <a:pPr indent="0" lvl="0" marL="0" rtl="0" algn="l">
              <a:lnSpc>
                <a:spcPct val="150000"/>
              </a:lnSpc>
              <a:spcBef>
                <a:spcPts val="0"/>
              </a:spcBef>
              <a:spcAft>
                <a:spcPts val="0"/>
              </a:spcAft>
              <a:buNone/>
            </a:pPr>
            <a:r>
              <a:t/>
            </a:r>
            <a:endParaRPr sz="1600">
              <a:latin typeface="Poppins Medium"/>
              <a:ea typeface="Poppins Medium"/>
              <a:cs typeface="Poppins Medium"/>
              <a:sym typeface="Poppins Medium"/>
            </a:endParaRPr>
          </a:p>
          <a:p>
            <a:pPr indent="-330200" lvl="0" marL="457200" rtl="0" algn="l">
              <a:lnSpc>
                <a:spcPct val="150000"/>
              </a:lnSpc>
              <a:spcBef>
                <a:spcPts val="0"/>
              </a:spcBef>
              <a:spcAft>
                <a:spcPts val="0"/>
              </a:spcAft>
              <a:buSzPts val="1600"/>
              <a:buFont typeface="Poppins Medium"/>
              <a:buChar char="●"/>
            </a:pPr>
            <a:r>
              <a:rPr lang="en" sz="1600">
                <a:latin typeface="Poppins Medium"/>
                <a:ea typeface="Poppins Medium"/>
                <a:cs typeface="Poppins Medium"/>
                <a:sym typeface="Poppins Medium"/>
              </a:rPr>
              <a:t>Customer zones naturally form four demand clusters</a:t>
            </a:r>
            <a:endParaRPr sz="1600">
              <a:latin typeface="Poppins Medium"/>
              <a:ea typeface="Poppins Medium"/>
              <a:cs typeface="Poppins Medium"/>
              <a:sym typeface="Poppins Medium"/>
            </a:endParaRPr>
          </a:p>
          <a:p>
            <a:pPr indent="0" lvl="0" marL="0" rtl="0" algn="l">
              <a:lnSpc>
                <a:spcPct val="150000"/>
              </a:lnSpc>
              <a:spcBef>
                <a:spcPts val="0"/>
              </a:spcBef>
              <a:spcAft>
                <a:spcPts val="0"/>
              </a:spcAft>
              <a:buNone/>
            </a:pPr>
            <a:r>
              <a:t/>
            </a:r>
            <a:endParaRPr sz="1600">
              <a:latin typeface="Poppins Medium"/>
              <a:ea typeface="Poppins Medium"/>
              <a:cs typeface="Poppins Medium"/>
              <a:sym typeface="Poppins Medium"/>
            </a:endParaRPr>
          </a:p>
          <a:p>
            <a:pPr indent="-330200" lvl="0" marL="457200" rtl="0" algn="l">
              <a:lnSpc>
                <a:spcPct val="150000"/>
              </a:lnSpc>
              <a:spcBef>
                <a:spcPts val="0"/>
              </a:spcBef>
              <a:spcAft>
                <a:spcPts val="0"/>
              </a:spcAft>
              <a:buSzPts val="1600"/>
              <a:buFont typeface="Poppins Medium"/>
              <a:buChar char="●"/>
            </a:pPr>
            <a:r>
              <a:rPr lang="en" sz="1600">
                <a:latin typeface="Poppins Medium"/>
                <a:ea typeface="Poppins Medium"/>
                <a:cs typeface="Poppins Medium"/>
                <a:sym typeface="Poppins Medium"/>
              </a:rPr>
              <a:t>High-demand regions may justify dedicated fulfillment support</a:t>
            </a:r>
            <a:endParaRPr sz="1600">
              <a:latin typeface="Poppins Medium"/>
              <a:ea typeface="Poppins Medium"/>
              <a:cs typeface="Poppins Medium"/>
              <a:sym typeface="Poppins Medium"/>
            </a:endParaRPr>
          </a:p>
          <a:p>
            <a:pPr indent="0" lvl="0" marL="0" rtl="0" algn="l">
              <a:lnSpc>
                <a:spcPct val="150000"/>
              </a:lnSpc>
              <a:spcBef>
                <a:spcPts val="0"/>
              </a:spcBef>
              <a:spcAft>
                <a:spcPts val="0"/>
              </a:spcAft>
              <a:buNone/>
            </a:pPr>
            <a:r>
              <a:t/>
            </a:r>
            <a:endParaRPr sz="1600">
              <a:latin typeface="Poppins Medium"/>
              <a:ea typeface="Poppins Medium"/>
              <a:cs typeface="Poppins Medium"/>
              <a:sym typeface="Poppins Medium"/>
            </a:endParaRPr>
          </a:p>
          <a:p>
            <a:pPr indent="-330200" lvl="0" marL="457200" rtl="0" algn="l">
              <a:lnSpc>
                <a:spcPct val="150000"/>
              </a:lnSpc>
              <a:spcBef>
                <a:spcPts val="0"/>
              </a:spcBef>
              <a:spcAft>
                <a:spcPts val="0"/>
              </a:spcAft>
              <a:buSzPts val="1600"/>
              <a:buFont typeface="Poppins Medium"/>
              <a:buChar char="●"/>
            </a:pPr>
            <a:r>
              <a:rPr lang="en" sz="1600">
                <a:latin typeface="Poppins Medium"/>
                <a:ea typeface="Poppins Medium"/>
                <a:cs typeface="Poppins Medium"/>
                <a:sym typeface="Poppins Medium"/>
              </a:rPr>
              <a:t>Geographic clustering improves delivery efficiency</a:t>
            </a:r>
            <a:endParaRPr sz="1600">
              <a:latin typeface="Poppins Medium"/>
              <a:ea typeface="Poppins Medium"/>
              <a:cs typeface="Poppins Medium"/>
              <a:sym typeface="Poppins Medium"/>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cxnSp>
        <p:nvCxnSpPr>
          <p:cNvPr id="652" name="Google Shape;652;p59"/>
          <p:cNvCxnSpPr/>
          <p:nvPr/>
        </p:nvCxnSpPr>
        <p:spPr>
          <a:xfrm>
            <a:off x="128875" y="1291375"/>
            <a:ext cx="8885400" cy="0"/>
          </a:xfrm>
          <a:prstGeom prst="straightConnector1">
            <a:avLst/>
          </a:prstGeom>
          <a:noFill/>
          <a:ln cap="flat" cmpd="sng" w="9525">
            <a:solidFill>
              <a:schemeClr val="accent3"/>
            </a:solidFill>
            <a:prstDash val="solid"/>
            <a:round/>
            <a:headEnd len="med" w="med" type="none"/>
            <a:tailEnd len="med" w="med" type="none"/>
          </a:ln>
        </p:spPr>
      </p:cxnSp>
      <p:sp>
        <p:nvSpPr>
          <p:cNvPr id="653" name="Google Shape;653;p59"/>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4" name="Google Shape;654;p59"/>
          <p:cNvSpPr txBox="1"/>
          <p:nvPr>
            <p:ph type="title"/>
          </p:nvPr>
        </p:nvSpPr>
        <p:spPr>
          <a:xfrm>
            <a:off x="434250" y="284025"/>
            <a:ext cx="8275500" cy="5586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700"/>
              <a:t>Recommended Network Configuration</a:t>
            </a:r>
            <a:endParaRPr sz="2700"/>
          </a:p>
        </p:txBody>
      </p:sp>
      <p:sp>
        <p:nvSpPr>
          <p:cNvPr id="655" name="Google Shape;655;p59"/>
          <p:cNvSpPr txBox="1"/>
          <p:nvPr/>
        </p:nvSpPr>
        <p:spPr>
          <a:xfrm>
            <a:off x="216215" y="1573860"/>
            <a:ext cx="3341100" cy="2904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Five fulfillment centers selected, each servicing 6 zones–all 30 zones are serviced</a:t>
            </a:r>
            <a:endParaRPr sz="1600">
              <a:solidFill>
                <a:schemeClr val="lt1"/>
              </a:solidFill>
              <a:latin typeface="Poppins"/>
              <a:ea typeface="Poppins"/>
              <a:cs typeface="Poppins"/>
              <a:sym typeface="Poppins"/>
            </a:endParaRPr>
          </a:p>
          <a:p>
            <a:pPr indent="-330200" lvl="0" marL="457200" rtl="0" algn="l">
              <a:lnSpc>
                <a:spcPct val="115000"/>
              </a:lnSpc>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Customer demand successfully allocated</a:t>
            </a:r>
            <a:endParaRPr sz="1600">
              <a:solidFill>
                <a:schemeClr val="lt1"/>
              </a:solidFill>
              <a:latin typeface="Poppins"/>
              <a:ea typeface="Poppins"/>
              <a:cs typeface="Poppins"/>
              <a:sym typeface="Poppins"/>
            </a:endParaRPr>
          </a:p>
          <a:p>
            <a:pPr indent="-330200" lvl="0" marL="457200" rtl="0" algn="l">
              <a:lnSpc>
                <a:spcPct val="115000"/>
              </a:lnSpc>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Capacity constraints satisfied</a:t>
            </a:r>
            <a:endParaRPr sz="1600">
              <a:solidFill>
                <a:schemeClr val="lt1"/>
              </a:solidFill>
              <a:latin typeface="Poppins"/>
              <a:ea typeface="Poppins"/>
              <a:cs typeface="Poppins"/>
              <a:sym typeface="Poppins"/>
            </a:endParaRPr>
          </a:p>
          <a:p>
            <a:pPr indent="-330200" lvl="0" marL="457200" rtl="0" algn="l">
              <a:lnSpc>
                <a:spcPct val="115000"/>
              </a:lnSpc>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Service requirements maintained</a:t>
            </a:r>
            <a:endParaRPr sz="1600">
              <a:solidFill>
                <a:schemeClr val="lt1"/>
              </a:solidFill>
              <a:latin typeface="Poppins"/>
              <a:ea typeface="Poppins"/>
              <a:cs typeface="Poppins"/>
              <a:sym typeface="Poppins"/>
            </a:endParaRPr>
          </a:p>
          <a:p>
            <a:pPr indent="-330200" lvl="0" marL="457200" rtl="0" algn="l">
              <a:lnSpc>
                <a:spcPct val="115000"/>
              </a:lnSpc>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Emissions requirement fulfilled</a:t>
            </a:r>
            <a:endParaRPr sz="1600">
              <a:solidFill>
                <a:schemeClr val="lt1"/>
              </a:solidFill>
              <a:latin typeface="Poppins"/>
              <a:ea typeface="Poppins"/>
              <a:cs typeface="Poppins"/>
              <a:sym typeface="Poppins"/>
            </a:endParaRPr>
          </a:p>
          <a:p>
            <a:pPr indent="0" lvl="0" marL="0" rtl="0" algn="l">
              <a:spcBef>
                <a:spcPts val="0"/>
              </a:spcBef>
              <a:spcAft>
                <a:spcPts val="0"/>
              </a:spcAft>
              <a:buNone/>
            </a:pPr>
            <a:r>
              <a:t/>
            </a:r>
            <a:endParaRPr sz="1600">
              <a:solidFill>
                <a:schemeClr val="lt1"/>
              </a:solidFill>
              <a:latin typeface="Instrument Sans"/>
              <a:ea typeface="Instrument Sans"/>
              <a:cs typeface="Instrument Sans"/>
              <a:sym typeface="Instrument Sans"/>
            </a:endParaRPr>
          </a:p>
        </p:txBody>
      </p:sp>
      <p:pic>
        <p:nvPicPr>
          <p:cNvPr id="656" name="Google Shape;656;p59" title="Screenshot 2026-06-01 at 2.13.08 AM.png"/>
          <p:cNvPicPr preferRelativeResize="0"/>
          <p:nvPr/>
        </p:nvPicPr>
        <p:blipFill>
          <a:blip r:embed="rId3">
            <a:alphaModFix/>
          </a:blip>
          <a:stretch>
            <a:fillRect/>
          </a:stretch>
        </p:blipFill>
        <p:spPr>
          <a:xfrm>
            <a:off x="3745250" y="1301050"/>
            <a:ext cx="5277998" cy="37565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60"/>
          <p:cNvSpPr txBox="1"/>
          <p:nvPr/>
        </p:nvSpPr>
        <p:spPr>
          <a:xfrm>
            <a:off x="128875" y="0"/>
            <a:ext cx="1270500" cy="129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662" name="Google Shape;662;p60"/>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60"/>
          <p:cNvCxnSpPr/>
          <p:nvPr/>
        </p:nvCxnSpPr>
        <p:spPr>
          <a:xfrm>
            <a:off x="2770176" y="1251575"/>
            <a:ext cx="0" cy="3853200"/>
          </a:xfrm>
          <a:prstGeom prst="straightConnector1">
            <a:avLst/>
          </a:prstGeom>
          <a:noFill/>
          <a:ln cap="flat" cmpd="sng" w="9525">
            <a:solidFill>
              <a:schemeClr val="dk2"/>
            </a:solidFill>
            <a:prstDash val="solid"/>
            <a:round/>
            <a:headEnd len="med" w="med" type="none"/>
            <a:tailEnd len="med" w="med" type="none"/>
          </a:ln>
        </p:spPr>
      </p:cxnSp>
      <p:sp>
        <p:nvSpPr>
          <p:cNvPr id="664" name="Google Shape;664;p60"/>
          <p:cNvSpPr txBox="1"/>
          <p:nvPr/>
        </p:nvSpPr>
        <p:spPr>
          <a:xfrm>
            <a:off x="133775" y="6176"/>
            <a:ext cx="1260600" cy="12804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solidFill>
                  <a:schemeClr val="dk1"/>
                </a:solidFill>
                <a:latin typeface="Instrument Sans"/>
                <a:ea typeface="Instrument Sans"/>
                <a:cs typeface="Instrument Sans"/>
                <a:sym typeface="Instrument Sans"/>
              </a:rPr>
              <a:t>03</a:t>
            </a:r>
            <a:endParaRPr sz="2400">
              <a:solidFill>
                <a:schemeClr val="dk1"/>
              </a:solidFill>
              <a:latin typeface="Instrument Sans"/>
              <a:ea typeface="Instrument Sans"/>
              <a:cs typeface="Instrument Sans"/>
              <a:sym typeface="Instrument Sans"/>
            </a:endParaRPr>
          </a:p>
        </p:txBody>
      </p:sp>
      <p:sp>
        <p:nvSpPr>
          <p:cNvPr id="665" name="Google Shape;665;p60"/>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6" name="Google Shape;666;p60"/>
          <p:cNvSpPr txBox="1"/>
          <p:nvPr>
            <p:ph idx="3" type="subTitle"/>
          </p:nvPr>
        </p:nvSpPr>
        <p:spPr>
          <a:xfrm>
            <a:off x="133775" y="1579575"/>
            <a:ext cx="2636400" cy="3332700"/>
          </a:xfrm>
          <a:prstGeom prst="rect">
            <a:avLst/>
          </a:prstGeom>
        </p:spPr>
        <p:txBody>
          <a:bodyPr anchorCtr="0" anchor="t" bIns="182875" lIns="182875" spcFirstLastPara="1" rIns="182875" wrap="square" tIns="182875">
            <a:noAutofit/>
          </a:bodyPr>
          <a:lstStyle/>
          <a:p>
            <a:pPr indent="0" lvl="0" marL="0" rtl="0" algn="l">
              <a:lnSpc>
                <a:spcPct val="115000"/>
              </a:lnSpc>
              <a:spcBef>
                <a:spcPts val="1400"/>
              </a:spcBef>
              <a:spcAft>
                <a:spcPts val="0"/>
              </a:spcAft>
              <a:buNone/>
            </a:pPr>
            <a:r>
              <a:rPr b="1" lang="en">
                <a:solidFill>
                  <a:schemeClr val="lt1"/>
                </a:solidFill>
                <a:latin typeface="Poppins"/>
                <a:ea typeface="Poppins"/>
                <a:cs typeface="Poppins"/>
                <a:sym typeface="Poppins"/>
              </a:rPr>
              <a:t>C103 MIP Results:</a:t>
            </a:r>
            <a:endParaRPr b="1">
              <a:solidFill>
                <a:schemeClr val="lt1"/>
              </a:solidFill>
              <a:latin typeface="Poppins"/>
              <a:ea typeface="Poppins"/>
              <a:cs typeface="Poppins"/>
              <a:sym typeface="Poppins"/>
            </a:endParaRPr>
          </a:p>
          <a:p>
            <a:pPr indent="-317500" lvl="0" marL="457200" rtl="0" algn="l">
              <a:lnSpc>
                <a:spcPct val="115000"/>
              </a:lnSpc>
              <a:spcBef>
                <a:spcPts val="1200"/>
              </a:spcBef>
              <a:spcAft>
                <a:spcPts val="0"/>
              </a:spcAft>
              <a:buClr>
                <a:schemeClr val="lt1"/>
              </a:buClr>
              <a:buSzPts val="1400"/>
              <a:buFont typeface="Poppins"/>
              <a:buChar char="●"/>
            </a:pPr>
            <a:r>
              <a:rPr lang="en">
                <a:solidFill>
                  <a:schemeClr val="lt1"/>
                </a:solidFill>
                <a:latin typeface="Poppins"/>
                <a:ea typeface="Poppins"/>
                <a:cs typeface="Poppins"/>
                <a:sym typeface="Poppins"/>
              </a:rPr>
              <a:t>Well under capacity limits</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All Electric Delivery Truck Fleet</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Full service coverage</a:t>
            </a:r>
            <a:endParaRPr>
              <a:solidFill>
                <a:schemeClr val="lt1"/>
              </a:solidFill>
              <a:latin typeface="Poppins"/>
              <a:ea typeface="Poppins"/>
              <a:cs typeface="Poppins"/>
              <a:sym typeface="Poppins"/>
            </a:endParaRPr>
          </a:p>
          <a:p>
            <a:pPr indent="0" lvl="0" marL="0" rtl="0" algn="l">
              <a:spcBef>
                <a:spcPts val="1200"/>
              </a:spcBef>
              <a:spcAft>
                <a:spcPts val="0"/>
              </a:spcAft>
              <a:buNone/>
            </a:pPr>
            <a:r>
              <a:t/>
            </a:r>
            <a:endParaRPr>
              <a:solidFill>
                <a:schemeClr val="lt1"/>
              </a:solidFill>
            </a:endParaRPr>
          </a:p>
        </p:txBody>
      </p:sp>
      <p:sp>
        <p:nvSpPr>
          <p:cNvPr id="667" name="Google Shape;667;p60"/>
          <p:cNvSpPr txBox="1"/>
          <p:nvPr>
            <p:ph type="title"/>
          </p:nvPr>
        </p:nvSpPr>
        <p:spPr>
          <a:xfrm>
            <a:off x="1470475" y="480175"/>
            <a:ext cx="6202200" cy="374100"/>
          </a:xfrm>
          <a:prstGeom prst="rect">
            <a:avLst/>
          </a:prstGeom>
        </p:spPr>
        <p:txBody>
          <a:bodyPr anchorCtr="0" anchor="t" bIns="0" lIns="91425" spcFirstLastPara="1" rIns="91425" wrap="square" tIns="0">
            <a:spAutoFit/>
          </a:bodyPr>
          <a:lstStyle/>
          <a:p>
            <a:pPr indent="0" lvl="0" marL="0" rtl="0" algn="ctr">
              <a:lnSpc>
                <a:spcPct val="90000"/>
              </a:lnSpc>
              <a:spcBef>
                <a:spcPts val="0"/>
              </a:spcBef>
              <a:spcAft>
                <a:spcPts val="0"/>
              </a:spcAft>
              <a:buNone/>
            </a:pPr>
            <a:r>
              <a:rPr lang="en" sz="2700"/>
              <a:t>Client C103 Case Study</a:t>
            </a:r>
            <a:endParaRPr sz="2700"/>
          </a:p>
        </p:txBody>
      </p:sp>
      <p:pic>
        <p:nvPicPr>
          <p:cNvPr id="668" name="Google Shape;668;p60" title="Screenshot 2026-05-31 at 9.31.39 PM.png"/>
          <p:cNvPicPr preferRelativeResize="0"/>
          <p:nvPr/>
        </p:nvPicPr>
        <p:blipFill>
          <a:blip r:embed="rId3">
            <a:alphaModFix/>
          </a:blip>
          <a:stretch>
            <a:fillRect/>
          </a:stretch>
        </p:blipFill>
        <p:spPr>
          <a:xfrm>
            <a:off x="2922575" y="1365050"/>
            <a:ext cx="5858308" cy="36262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1"/>
          <p:cNvSpPr txBox="1"/>
          <p:nvPr/>
        </p:nvSpPr>
        <p:spPr>
          <a:xfrm>
            <a:off x="128875" y="0"/>
            <a:ext cx="1270500" cy="129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674" name="Google Shape;674;p61"/>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61"/>
          <p:cNvCxnSpPr/>
          <p:nvPr/>
        </p:nvCxnSpPr>
        <p:spPr>
          <a:xfrm>
            <a:off x="2770176" y="1251575"/>
            <a:ext cx="0" cy="3853200"/>
          </a:xfrm>
          <a:prstGeom prst="straightConnector1">
            <a:avLst/>
          </a:prstGeom>
          <a:noFill/>
          <a:ln cap="flat" cmpd="sng" w="9525">
            <a:solidFill>
              <a:schemeClr val="dk2"/>
            </a:solidFill>
            <a:prstDash val="solid"/>
            <a:round/>
            <a:headEnd len="med" w="med" type="none"/>
            <a:tailEnd len="med" w="med" type="none"/>
          </a:ln>
        </p:spPr>
      </p:cxnSp>
      <p:sp>
        <p:nvSpPr>
          <p:cNvPr id="676" name="Google Shape;676;p61"/>
          <p:cNvSpPr txBox="1"/>
          <p:nvPr/>
        </p:nvSpPr>
        <p:spPr>
          <a:xfrm>
            <a:off x="133775" y="6176"/>
            <a:ext cx="1260600" cy="12804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solidFill>
                  <a:schemeClr val="dk1"/>
                </a:solidFill>
                <a:latin typeface="Instrument Sans"/>
                <a:ea typeface="Instrument Sans"/>
                <a:cs typeface="Instrument Sans"/>
                <a:sym typeface="Instrument Sans"/>
              </a:rPr>
              <a:t>03</a:t>
            </a:r>
            <a:endParaRPr sz="2400">
              <a:solidFill>
                <a:schemeClr val="dk1"/>
              </a:solidFill>
              <a:latin typeface="Instrument Sans"/>
              <a:ea typeface="Instrument Sans"/>
              <a:cs typeface="Instrument Sans"/>
              <a:sym typeface="Instrument Sans"/>
            </a:endParaRPr>
          </a:p>
        </p:txBody>
      </p:sp>
      <p:sp>
        <p:nvSpPr>
          <p:cNvPr id="677" name="Google Shape;677;p61"/>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61"/>
          <p:cNvSpPr txBox="1"/>
          <p:nvPr>
            <p:ph idx="3" type="subTitle"/>
          </p:nvPr>
        </p:nvSpPr>
        <p:spPr>
          <a:xfrm>
            <a:off x="720525" y="3684925"/>
            <a:ext cx="7449300" cy="1452300"/>
          </a:xfrm>
          <a:prstGeom prst="rect">
            <a:avLst/>
          </a:prstGeom>
        </p:spPr>
        <p:txBody>
          <a:bodyPr anchorCtr="0" anchor="t" bIns="182875" lIns="182875" spcFirstLastPara="1" rIns="182875" wrap="square" tIns="182875">
            <a:noAutofit/>
          </a:bodyPr>
          <a:lstStyle/>
          <a:p>
            <a:pPr indent="0" lvl="0" marL="0" rtl="0" algn="l">
              <a:lnSpc>
                <a:spcPct val="115000"/>
              </a:lnSpc>
              <a:spcBef>
                <a:spcPts val="1400"/>
              </a:spcBef>
              <a:spcAft>
                <a:spcPts val="0"/>
              </a:spcAft>
              <a:buNone/>
            </a:pPr>
            <a:r>
              <a:rPr b="1" lang="en">
                <a:solidFill>
                  <a:schemeClr val="lt1"/>
                </a:solidFill>
                <a:latin typeface="Poppins"/>
                <a:ea typeface="Poppins"/>
                <a:cs typeface="Poppins"/>
                <a:sym typeface="Poppins"/>
              </a:rPr>
              <a:t>C103 MIP Results:</a:t>
            </a:r>
            <a:endParaRPr b="1">
              <a:solidFill>
                <a:schemeClr val="lt1"/>
              </a:solidFill>
              <a:latin typeface="Poppins"/>
              <a:ea typeface="Poppins"/>
              <a:cs typeface="Poppins"/>
              <a:sym typeface="Poppins"/>
            </a:endParaRPr>
          </a:p>
          <a:p>
            <a:pPr indent="-317500" lvl="0" marL="457200" rtl="0" algn="l">
              <a:lnSpc>
                <a:spcPct val="115000"/>
              </a:lnSpc>
              <a:spcBef>
                <a:spcPts val="1200"/>
              </a:spcBef>
              <a:spcAft>
                <a:spcPts val="0"/>
              </a:spcAft>
              <a:buClr>
                <a:schemeClr val="lt1"/>
              </a:buClr>
              <a:buSzPts val="1400"/>
              <a:buFont typeface="Poppins"/>
              <a:buChar char="●"/>
            </a:pPr>
            <a:r>
              <a:rPr lang="en">
                <a:solidFill>
                  <a:schemeClr val="lt1"/>
                </a:solidFill>
                <a:latin typeface="Poppins"/>
                <a:ea typeface="Poppins"/>
                <a:cs typeface="Poppins"/>
                <a:sym typeface="Poppins"/>
              </a:rPr>
              <a:t>Estimated driving time is significantly less than 120 minutes</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Six stops per trip, which meets the requirements.</a:t>
            </a:r>
            <a:endParaRPr>
              <a:solidFill>
                <a:schemeClr val="lt1"/>
              </a:solidFill>
              <a:latin typeface="Poppins"/>
              <a:ea typeface="Poppins"/>
              <a:cs typeface="Poppins"/>
              <a:sym typeface="Poppins"/>
            </a:endParaRPr>
          </a:p>
          <a:p>
            <a:pPr indent="0" lvl="0" marL="0" rtl="0" algn="l">
              <a:spcBef>
                <a:spcPts val="1200"/>
              </a:spcBef>
              <a:spcAft>
                <a:spcPts val="0"/>
              </a:spcAft>
              <a:buNone/>
            </a:pPr>
            <a:r>
              <a:t/>
            </a:r>
            <a:endParaRPr>
              <a:solidFill>
                <a:schemeClr val="lt1"/>
              </a:solidFill>
            </a:endParaRPr>
          </a:p>
        </p:txBody>
      </p:sp>
      <p:sp>
        <p:nvSpPr>
          <p:cNvPr id="679" name="Google Shape;679;p61"/>
          <p:cNvSpPr txBox="1"/>
          <p:nvPr>
            <p:ph type="title"/>
          </p:nvPr>
        </p:nvSpPr>
        <p:spPr>
          <a:xfrm>
            <a:off x="1470475" y="480175"/>
            <a:ext cx="6202200" cy="374100"/>
          </a:xfrm>
          <a:prstGeom prst="rect">
            <a:avLst/>
          </a:prstGeom>
        </p:spPr>
        <p:txBody>
          <a:bodyPr anchorCtr="0" anchor="t" bIns="0" lIns="91425" spcFirstLastPara="1" rIns="91425" wrap="square" tIns="0">
            <a:spAutoFit/>
          </a:bodyPr>
          <a:lstStyle/>
          <a:p>
            <a:pPr indent="0" lvl="0" marL="0" rtl="0" algn="ctr">
              <a:lnSpc>
                <a:spcPct val="90000"/>
              </a:lnSpc>
              <a:spcBef>
                <a:spcPts val="0"/>
              </a:spcBef>
              <a:spcAft>
                <a:spcPts val="0"/>
              </a:spcAft>
              <a:buNone/>
            </a:pPr>
            <a:r>
              <a:rPr lang="en" sz="2700"/>
              <a:t>Client C103 Case Study</a:t>
            </a:r>
            <a:endParaRPr sz="2700"/>
          </a:p>
        </p:txBody>
      </p:sp>
      <p:pic>
        <p:nvPicPr>
          <p:cNvPr id="680" name="Google Shape;680;p61" title="Screenshot 2026-06-01 at 4.00.23 PM.png"/>
          <p:cNvPicPr preferRelativeResize="0"/>
          <p:nvPr/>
        </p:nvPicPr>
        <p:blipFill>
          <a:blip r:embed="rId3">
            <a:alphaModFix/>
          </a:blip>
          <a:stretch>
            <a:fillRect/>
          </a:stretch>
        </p:blipFill>
        <p:spPr>
          <a:xfrm>
            <a:off x="720525" y="1286575"/>
            <a:ext cx="7345269" cy="2711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cxnSp>
        <p:nvCxnSpPr>
          <p:cNvPr id="685" name="Google Shape;685;p62"/>
          <p:cNvCxnSpPr/>
          <p:nvPr/>
        </p:nvCxnSpPr>
        <p:spPr>
          <a:xfrm>
            <a:off x="128875" y="1287125"/>
            <a:ext cx="8892000" cy="0"/>
          </a:xfrm>
          <a:prstGeom prst="straightConnector1">
            <a:avLst/>
          </a:prstGeom>
          <a:noFill/>
          <a:ln cap="flat" cmpd="sng" w="9525">
            <a:solidFill>
              <a:schemeClr val="dk2"/>
            </a:solidFill>
            <a:prstDash val="solid"/>
            <a:round/>
            <a:headEnd len="med" w="med" type="none"/>
            <a:tailEnd len="med" w="med" type="none"/>
          </a:ln>
        </p:spPr>
      </p:cxnSp>
      <p:sp>
        <p:nvSpPr>
          <p:cNvPr id="686" name="Google Shape;686;p62"/>
          <p:cNvSpPr txBox="1"/>
          <p:nvPr>
            <p:ph type="title"/>
          </p:nvPr>
        </p:nvSpPr>
        <p:spPr>
          <a:xfrm>
            <a:off x="1331850" y="300200"/>
            <a:ext cx="64803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Trade-Off Analysis</a:t>
            </a:r>
            <a:endParaRPr sz="2600"/>
          </a:p>
        </p:txBody>
      </p:sp>
      <p:sp>
        <p:nvSpPr>
          <p:cNvPr id="687" name="Google Shape;687;p62"/>
          <p:cNvSpPr txBox="1"/>
          <p:nvPr>
            <p:ph idx="8" type="subTitle"/>
          </p:nvPr>
        </p:nvSpPr>
        <p:spPr>
          <a:xfrm>
            <a:off x="128875" y="3044400"/>
            <a:ext cx="3811200" cy="2099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t>Key Trade-Off</a:t>
            </a:r>
            <a:endParaRPr b="1" sz="1300"/>
          </a:p>
          <a:p>
            <a:pPr indent="0" lvl="0" marL="0" rtl="0" algn="l">
              <a:lnSpc>
                <a:spcPct val="115000"/>
              </a:lnSpc>
              <a:spcBef>
                <a:spcPts val="1400"/>
              </a:spcBef>
              <a:spcAft>
                <a:spcPts val="0"/>
              </a:spcAft>
              <a:buNone/>
            </a:pPr>
            <a:r>
              <a:rPr lang="en" sz="1200"/>
              <a:t>Balancing:</a:t>
            </a:r>
            <a:endParaRPr sz="1200"/>
          </a:p>
          <a:p>
            <a:pPr indent="-304800" lvl="0" marL="457200" rtl="0" algn="l">
              <a:lnSpc>
                <a:spcPct val="115000"/>
              </a:lnSpc>
              <a:spcBef>
                <a:spcPts val="1200"/>
              </a:spcBef>
              <a:spcAft>
                <a:spcPts val="0"/>
              </a:spcAft>
              <a:buClr>
                <a:schemeClr val="lt1"/>
              </a:buClr>
              <a:buSzPts val="1200"/>
              <a:buFont typeface="Poppins"/>
              <a:buChar char="●"/>
            </a:pPr>
            <a:r>
              <a:rPr lang="en" sz="1200"/>
              <a:t>Cost</a:t>
            </a:r>
            <a:endParaRPr sz="1200"/>
          </a:p>
          <a:p>
            <a:pPr indent="-304800" lvl="0" marL="457200" rtl="0" algn="l">
              <a:lnSpc>
                <a:spcPct val="115000"/>
              </a:lnSpc>
              <a:spcBef>
                <a:spcPts val="0"/>
              </a:spcBef>
              <a:spcAft>
                <a:spcPts val="0"/>
              </a:spcAft>
              <a:buClr>
                <a:schemeClr val="lt1"/>
              </a:buClr>
              <a:buSzPts val="1200"/>
              <a:buFont typeface="Poppins"/>
              <a:buChar char="●"/>
            </a:pPr>
            <a:r>
              <a:rPr lang="en" sz="1200"/>
              <a:t>Emissions</a:t>
            </a:r>
            <a:endParaRPr sz="1200"/>
          </a:p>
          <a:p>
            <a:pPr indent="-304800" lvl="0" marL="457200" rtl="0" algn="l">
              <a:lnSpc>
                <a:spcPct val="115000"/>
              </a:lnSpc>
              <a:spcBef>
                <a:spcPts val="0"/>
              </a:spcBef>
              <a:spcAft>
                <a:spcPts val="0"/>
              </a:spcAft>
              <a:buClr>
                <a:schemeClr val="lt1"/>
              </a:buClr>
              <a:buSzPts val="1200"/>
              <a:buFont typeface="Poppins"/>
              <a:buChar char="●"/>
            </a:pPr>
            <a:r>
              <a:rPr lang="en" sz="1200"/>
              <a:t>Service Coverage</a:t>
            </a:r>
            <a:endParaRPr sz="1200"/>
          </a:p>
          <a:p>
            <a:pPr indent="-304800" lvl="0" marL="457200" rtl="0" algn="l">
              <a:lnSpc>
                <a:spcPct val="115000"/>
              </a:lnSpc>
              <a:spcBef>
                <a:spcPts val="0"/>
              </a:spcBef>
              <a:spcAft>
                <a:spcPts val="0"/>
              </a:spcAft>
              <a:buClr>
                <a:schemeClr val="lt1"/>
              </a:buClr>
              <a:buSzPts val="1200"/>
              <a:buFont typeface="Poppins"/>
              <a:buChar char="●"/>
            </a:pPr>
            <a:r>
              <a:rPr lang="en" sz="1200"/>
              <a:t>Facility Efficiency</a:t>
            </a:r>
            <a:endParaRPr sz="1200"/>
          </a:p>
          <a:p>
            <a:pPr indent="0" lvl="0" marL="0" rtl="0" algn="l">
              <a:spcBef>
                <a:spcPts val="1200"/>
              </a:spcBef>
              <a:spcAft>
                <a:spcPts val="0"/>
              </a:spcAft>
              <a:buNone/>
            </a:pPr>
            <a:r>
              <a:t/>
            </a:r>
            <a:endParaRPr/>
          </a:p>
        </p:txBody>
      </p:sp>
      <p:sp>
        <p:nvSpPr>
          <p:cNvPr id="688" name="Google Shape;688;p62"/>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89" name="Google Shape;689;p62" title="Screenshot 2026-06-01 at 3.15.27 PM.png"/>
          <p:cNvPicPr preferRelativeResize="0"/>
          <p:nvPr/>
        </p:nvPicPr>
        <p:blipFill rotWithShape="1">
          <a:blip r:embed="rId3">
            <a:alphaModFix/>
          </a:blip>
          <a:srcRect b="0" l="2515" r="0" t="0"/>
          <a:stretch/>
        </p:blipFill>
        <p:spPr>
          <a:xfrm>
            <a:off x="2828725" y="1287125"/>
            <a:ext cx="6315274" cy="3856374"/>
          </a:xfrm>
          <a:prstGeom prst="rect">
            <a:avLst/>
          </a:prstGeom>
          <a:noFill/>
          <a:ln>
            <a:noFill/>
          </a:ln>
        </p:spPr>
      </p:pic>
      <p:sp>
        <p:nvSpPr>
          <p:cNvPr id="690" name="Google Shape;690;p62"/>
          <p:cNvSpPr txBox="1"/>
          <p:nvPr/>
        </p:nvSpPr>
        <p:spPr>
          <a:xfrm>
            <a:off x="128875" y="1287125"/>
            <a:ext cx="2762400" cy="17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lt1"/>
                </a:solidFill>
                <a:latin typeface="Poppins"/>
                <a:ea typeface="Poppins"/>
                <a:cs typeface="Poppins"/>
                <a:sym typeface="Poppins"/>
              </a:rPr>
              <a:t>Pareto Frontier</a:t>
            </a:r>
            <a:endParaRPr b="1" sz="1300">
              <a:solidFill>
                <a:schemeClr val="lt1"/>
              </a:solidFill>
              <a:latin typeface="Poppins"/>
              <a:ea typeface="Poppins"/>
              <a:cs typeface="Poppins"/>
              <a:sym typeface="Poppins"/>
            </a:endParaRPr>
          </a:p>
          <a:p>
            <a:pPr indent="0" lvl="0" marL="0" rtl="0" algn="l">
              <a:lnSpc>
                <a:spcPct val="115000"/>
              </a:lnSpc>
              <a:spcBef>
                <a:spcPts val="1400"/>
              </a:spcBef>
              <a:spcAft>
                <a:spcPts val="0"/>
              </a:spcAft>
              <a:buNone/>
            </a:pPr>
            <a:r>
              <a:rPr lang="en" sz="1200">
                <a:solidFill>
                  <a:schemeClr val="lt1"/>
                </a:solidFill>
                <a:latin typeface="Poppins"/>
                <a:ea typeface="Poppins"/>
                <a:cs typeface="Poppins"/>
                <a:sym typeface="Poppins"/>
              </a:rPr>
              <a:t>Shows</a:t>
            </a:r>
            <a:r>
              <a:rPr lang="en" sz="1200">
                <a:solidFill>
                  <a:schemeClr val="lt1"/>
                </a:solidFill>
                <a:latin typeface="Poppins"/>
                <a:ea typeface="Poppins"/>
                <a:cs typeface="Poppins"/>
                <a:sym typeface="Poppins"/>
              </a:rPr>
              <a:t>:</a:t>
            </a:r>
            <a:endParaRPr sz="1200">
              <a:solidFill>
                <a:schemeClr val="lt1"/>
              </a:solidFill>
              <a:latin typeface="Poppins"/>
              <a:ea typeface="Poppins"/>
              <a:cs typeface="Poppins"/>
              <a:sym typeface="Poppins"/>
            </a:endParaRPr>
          </a:p>
          <a:p>
            <a:pPr indent="-304800" lvl="0" marL="457200" rtl="0" algn="l">
              <a:lnSpc>
                <a:spcPct val="115000"/>
              </a:lnSpc>
              <a:spcBef>
                <a:spcPts val="1200"/>
              </a:spcBef>
              <a:spcAft>
                <a:spcPts val="0"/>
              </a:spcAft>
              <a:buClr>
                <a:schemeClr val="lt1"/>
              </a:buClr>
              <a:buSzPts val="1200"/>
              <a:buFont typeface="Poppins"/>
              <a:buChar char="●"/>
            </a:pPr>
            <a:r>
              <a:rPr lang="en" sz="1200">
                <a:solidFill>
                  <a:schemeClr val="lt1"/>
                </a:solidFill>
                <a:latin typeface="Poppins"/>
                <a:ea typeface="Poppins"/>
                <a:cs typeface="Poppins"/>
                <a:sym typeface="Poppins"/>
              </a:rPr>
              <a:t>Cost Minimizing Solution </a:t>
            </a:r>
            <a:r>
              <a:rPr lang="en" sz="1200">
                <a:solidFill>
                  <a:schemeClr val="lt1"/>
                </a:solidFill>
                <a:latin typeface="Poppins"/>
                <a:ea typeface="Poppins"/>
                <a:cs typeface="Poppins"/>
                <a:sym typeface="Poppins"/>
              </a:rPr>
              <a:t>⭐</a:t>
            </a:r>
            <a:endParaRPr sz="1200">
              <a:solidFill>
                <a:schemeClr val="lt1"/>
              </a:solidFill>
              <a:latin typeface="Poppins"/>
              <a:ea typeface="Poppins"/>
              <a:cs typeface="Poppins"/>
              <a:sym typeface="Poppins"/>
            </a:endParaRPr>
          </a:p>
          <a:p>
            <a:pPr indent="-304800" lvl="0" marL="457200" rtl="0" algn="l">
              <a:lnSpc>
                <a:spcPct val="115000"/>
              </a:lnSpc>
              <a:spcBef>
                <a:spcPts val="0"/>
              </a:spcBef>
              <a:spcAft>
                <a:spcPts val="0"/>
              </a:spcAft>
              <a:buClr>
                <a:schemeClr val="lt1"/>
              </a:buClr>
              <a:buSzPts val="1200"/>
              <a:buFont typeface="Poppins"/>
              <a:buChar char="●"/>
            </a:pPr>
            <a:r>
              <a:rPr lang="en" sz="1200">
                <a:solidFill>
                  <a:schemeClr val="lt1"/>
                </a:solidFill>
                <a:latin typeface="Poppins"/>
                <a:ea typeface="Poppins"/>
                <a:cs typeface="Poppins"/>
                <a:sym typeface="Poppins"/>
              </a:rPr>
              <a:t>Goal Programming Solution</a:t>
            </a:r>
            <a:endParaRPr sz="1200">
              <a:solidFill>
                <a:schemeClr val="lt1"/>
              </a:solidFill>
              <a:latin typeface="Poppins"/>
              <a:ea typeface="Poppins"/>
              <a:cs typeface="Poppins"/>
              <a:sym typeface="Poppins"/>
            </a:endParaRPr>
          </a:p>
          <a:p>
            <a:pPr indent="-304800" lvl="0" marL="457200" rtl="0" algn="l">
              <a:lnSpc>
                <a:spcPct val="115000"/>
              </a:lnSpc>
              <a:spcBef>
                <a:spcPts val="0"/>
              </a:spcBef>
              <a:spcAft>
                <a:spcPts val="0"/>
              </a:spcAft>
              <a:buClr>
                <a:schemeClr val="lt1"/>
              </a:buClr>
              <a:buSzPts val="1200"/>
              <a:buFont typeface="Poppins"/>
              <a:buChar char="●"/>
            </a:pPr>
            <a:r>
              <a:rPr lang="en" sz="1200">
                <a:solidFill>
                  <a:schemeClr val="lt1"/>
                </a:solidFill>
                <a:latin typeface="Poppins"/>
                <a:ea typeface="Poppins"/>
                <a:cs typeface="Poppins"/>
                <a:sym typeface="Poppins"/>
              </a:rPr>
              <a:t>Emission Minimizing Solution</a:t>
            </a:r>
            <a:endParaRPr sz="1500">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cxnSp>
        <p:nvCxnSpPr>
          <p:cNvPr id="695" name="Google Shape;695;p63"/>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696" name="Google Shape;696;p63"/>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697" name="Google Shape;697;p63"/>
          <p:cNvCxnSpPr/>
          <p:nvPr/>
        </p:nvCxnSpPr>
        <p:spPr>
          <a:xfrm>
            <a:off x="128875" y="1291375"/>
            <a:ext cx="8898600" cy="0"/>
          </a:xfrm>
          <a:prstGeom prst="straightConnector1">
            <a:avLst/>
          </a:prstGeom>
          <a:noFill/>
          <a:ln cap="flat" cmpd="sng" w="9525">
            <a:solidFill>
              <a:schemeClr val="accent3"/>
            </a:solidFill>
            <a:prstDash val="solid"/>
            <a:round/>
            <a:headEnd len="med" w="med" type="none"/>
            <a:tailEnd len="med" w="med" type="none"/>
          </a:ln>
        </p:spPr>
      </p:cxnSp>
      <p:sp>
        <p:nvSpPr>
          <p:cNvPr id="698" name="Google Shape;698;p63"/>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9" name="Google Shape;699;p63"/>
          <p:cNvSpPr txBox="1"/>
          <p:nvPr>
            <p:ph type="title"/>
          </p:nvPr>
        </p:nvSpPr>
        <p:spPr>
          <a:xfrm>
            <a:off x="2038525" y="309525"/>
            <a:ext cx="50793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Alternative Solutions </a:t>
            </a:r>
            <a:endParaRPr sz="2600"/>
          </a:p>
        </p:txBody>
      </p:sp>
      <p:sp>
        <p:nvSpPr>
          <p:cNvPr id="700" name="Google Shape;700;p63"/>
          <p:cNvSpPr txBox="1"/>
          <p:nvPr/>
        </p:nvSpPr>
        <p:spPr>
          <a:xfrm>
            <a:off x="128875" y="1291379"/>
            <a:ext cx="2735100" cy="386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Lower emissions generally increase cost</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Lower cost may reduce sustainability performance</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Management priorities influence the preferred solution–GP solution is best alternative</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Our recommendation is still Cost-Minimizing solution</a:t>
            </a:r>
            <a:endParaRPr>
              <a:solidFill>
                <a:schemeClr val="lt1"/>
              </a:solidFill>
              <a:latin typeface="Poppins"/>
              <a:ea typeface="Poppins"/>
              <a:cs typeface="Poppins"/>
              <a:sym typeface="Poppins"/>
            </a:endParaRPr>
          </a:p>
        </p:txBody>
      </p:sp>
      <p:pic>
        <p:nvPicPr>
          <p:cNvPr id="701" name="Google Shape;701;p63" title="Screenshot 2026-06-01 at 4.30.13 PM.png"/>
          <p:cNvPicPr preferRelativeResize="0"/>
          <p:nvPr/>
        </p:nvPicPr>
        <p:blipFill>
          <a:blip r:embed="rId3">
            <a:alphaModFix/>
          </a:blip>
          <a:stretch>
            <a:fillRect/>
          </a:stretch>
        </p:blipFill>
        <p:spPr>
          <a:xfrm>
            <a:off x="2863975" y="1375548"/>
            <a:ext cx="6280025" cy="37616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cxnSp>
        <p:nvCxnSpPr>
          <p:cNvPr id="706" name="Google Shape;706;p64"/>
          <p:cNvCxnSpPr/>
          <p:nvPr/>
        </p:nvCxnSpPr>
        <p:spPr>
          <a:xfrm>
            <a:off x="128875" y="0"/>
            <a:ext cx="0" cy="5144700"/>
          </a:xfrm>
          <a:prstGeom prst="straightConnector1">
            <a:avLst/>
          </a:prstGeom>
          <a:noFill/>
          <a:ln cap="flat" cmpd="sng" w="9525">
            <a:solidFill>
              <a:schemeClr val="accent3"/>
            </a:solidFill>
            <a:prstDash val="solid"/>
            <a:round/>
            <a:headEnd len="med" w="med" type="none"/>
            <a:tailEnd len="med" w="med" type="none"/>
          </a:ln>
        </p:spPr>
      </p:cxnSp>
      <p:cxnSp>
        <p:nvCxnSpPr>
          <p:cNvPr id="707" name="Google Shape;707;p64"/>
          <p:cNvCxnSpPr/>
          <p:nvPr/>
        </p:nvCxnSpPr>
        <p:spPr>
          <a:xfrm>
            <a:off x="9023250" y="1200"/>
            <a:ext cx="0" cy="5143500"/>
          </a:xfrm>
          <a:prstGeom prst="straightConnector1">
            <a:avLst/>
          </a:prstGeom>
          <a:noFill/>
          <a:ln cap="flat" cmpd="sng" w="9525">
            <a:solidFill>
              <a:schemeClr val="accent3"/>
            </a:solidFill>
            <a:prstDash val="solid"/>
            <a:round/>
            <a:headEnd len="med" w="med" type="none"/>
            <a:tailEnd len="med" w="med" type="none"/>
          </a:ln>
        </p:spPr>
      </p:cxnSp>
      <p:cxnSp>
        <p:nvCxnSpPr>
          <p:cNvPr id="708" name="Google Shape;708;p64"/>
          <p:cNvCxnSpPr/>
          <p:nvPr/>
        </p:nvCxnSpPr>
        <p:spPr>
          <a:xfrm>
            <a:off x="128875" y="1291375"/>
            <a:ext cx="8893800" cy="0"/>
          </a:xfrm>
          <a:prstGeom prst="straightConnector1">
            <a:avLst/>
          </a:prstGeom>
          <a:noFill/>
          <a:ln cap="flat" cmpd="sng" w="9525">
            <a:solidFill>
              <a:schemeClr val="accent3"/>
            </a:solidFill>
            <a:prstDash val="solid"/>
            <a:round/>
            <a:headEnd len="med" w="med" type="none"/>
            <a:tailEnd len="med" w="med" type="none"/>
          </a:ln>
        </p:spPr>
      </p:cxnSp>
      <p:sp>
        <p:nvSpPr>
          <p:cNvPr id="709" name="Google Shape;709;p64"/>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0" name="Google Shape;710;p64"/>
          <p:cNvSpPr txBox="1"/>
          <p:nvPr>
            <p:ph idx="7"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1" name="Google Shape;711;p64"/>
          <p:cNvSpPr txBox="1"/>
          <p:nvPr>
            <p:ph type="title"/>
          </p:nvPr>
        </p:nvSpPr>
        <p:spPr>
          <a:xfrm>
            <a:off x="2184077" y="221715"/>
            <a:ext cx="50793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Sensitivity Analysis</a:t>
            </a:r>
            <a:endParaRPr sz="2600"/>
          </a:p>
        </p:txBody>
      </p:sp>
      <p:sp>
        <p:nvSpPr>
          <p:cNvPr id="712" name="Google Shape;712;p64"/>
          <p:cNvSpPr txBox="1"/>
          <p:nvPr>
            <p:ph idx="13" type="subTitle"/>
          </p:nvPr>
        </p:nvSpPr>
        <p:spPr>
          <a:xfrm>
            <a:off x="128875" y="1468688"/>
            <a:ext cx="2870100" cy="34413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Tested fuel cost multipliers (0.75x - 1.5x baseline)</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SzPts val="1400"/>
              <a:buChar char="●"/>
            </a:pPr>
            <a:r>
              <a:rPr lang="en"/>
              <a:t>Evaluated maximum facility availability limits </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SzPts val="1400"/>
              <a:buChar char="●"/>
            </a:pPr>
            <a:r>
              <a:rPr lang="en"/>
              <a:t>Re-optimized the MIP model for each scenario</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SzPts val="1400"/>
              <a:buChar char="●"/>
            </a:pPr>
            <a:r>
              <a:rPr lang="en"/>
              <a:t>Measured impacts on cost and CO2 emissions</a:t>
            </a:r>
            <a:endParaRPr/>
          </a:p>
          <a:p>
            <a:pPr indent="0" lvl="0" marL="457200" rtl="0" algn="l">
              <a:lnSpc>
                <a:spcPct val="115000"/>
              </a:lnSpc>
              <a:spcBef>
                <a:spcPts val="0"/>
              </a:spcBef>
              <a:spcAft>
                <a:spcPts val="0"/>
              </a:spcAft>
              <a:buNone/>
            </a:pPr>
            <a:r>
              <a:t/>
            </a:r>
            <a:endParaRPr/>
          </a:p>
        </p:txBody>
      </p:sp>
      <p:pic>
        <p:nvPicPr>
          <p:cNvPr id="713" name="Google Shape;713;p64" title="Screenshot 2026-05-31 at 9.51.17 PM.png"/>
          <p:cNvPicPr preferRelativeResize="0"/>
          <p:nvPr/>
        </p:nvPicPr>
        <p:blipFill>
          <a:blip r:embed="rId3">
            <a:alphaModFix/>
          </a:blip>
          <a:stretch>
            <a:fillRect/>
          </a:stretch>
        </p:blipFill>
        <p:spPr>
          <a:xfrm>
            <a:off x="2926550" y="1291375"/>
            <a:ext cx="6096699" cy="37959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5"/>
          <p:cNvSpPr txBox="1"/>
          <p:nvPr>
            <p:ph type="title"/>
          </p:nvPr>
        </p:nvSpPr>
        <p:spPr>
          <a:xfrm>
            <a:off x="1727050" y="198600"/>
            <a:ext cx="5373000" cy="544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600"/>
              <a:t>Sensitivity Analysis Continued…</a:t>
            </a:r>
            <a:endParaRPr sz="2600"/>
          </a:p>
        </p:txBody>
      </p:sp>
      <p:sp>
        <p:nvSpPr>
          <p:cNvPr id="719" name="Google Shape;719;p65"/>
          <p:cNvSpPr txBox="1"/>
          <p:nvPr/>
        </p:nvSpPr>
        <p:spPr>
          <a:xfrm>
            <a:off x="6489275" y="1150700"/>
            <a:ext cx="2525700" cy="386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Cost remained stable across all tested scenarios</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Co2 emissions showed no significant change</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Facility selection remained unchanged</a:t>
            </a:r>
            <a:endParaRPr>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Results demonstrate a highly robust network design</a:t>
            </a:r>
            <a:endParaRPr>
              <a:solidFill>
                <a:schemeClr val="lt1"/>
              </a:solidFill>
              <a:latin typeface="Poppins"/>
              <a:ea typeface="Poppins"/>
              <a:cs typeface="Poppins"/>
              <a:sym typeface="Poppins"/>
            </a:endParaRPr>
          </a:p>
        </p:txBody>
      </p:sp>
      <p:pic>
        <p:nvPicPr>
          <p:cNvPr id="720" name="Google Shape;720;p65" title="Screenshot 2026-05-31 at 9.51.17 PM.png"/>
          <p:cNvPicPr preferRelativeResize="0"/>
          <p:nvPr/>
        </p:nvPicPr>
        <p:blipFill>
          <a:blip r:embed="rId3">
            <a:alphaModFix/>
          </a:blip>
          <a:stretch>
            <a:fillRect/>
          </a:stretch>
        </p:blipFill>
        <p:spPr>
          <a:xfrm>
            <a:off x="184600" y="1150700"/>
            <a:ext cx="6096699" cy="37959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cxnSp>
        <p:nvCxnSpPr>
          <p:cNvPr id="725" name="Google Shape;725;p66"/>
          <p:cNvCxnSpPr/>
          <p:nvPr/>
        </p:nvCxnSpPr>
        <p:spPr>
          <a:xfrm>
            <a:off x="128875" y="1291375"/>
            <a:ext cx="8890200" cy="0"/>
          </a:xfrm>
          <a:prstGeom prst="straightConnector1">
            <a:avLst/>
          </a:prstGeom>
          <a:noFill/>
          <a:ln cap="flat" cmpd="sng" w="9525">
            <a:solidFill>
              <a:schemeClr val="dk2"/>
            </a:solidFill>
            <a:prstDash val="solid"/>
            <a:round/>
            <a:headEnd len="med" w="med" type="none"/>
            <a:tailEnd len="med" w="med" type="none"/>
          </a:ln>
        </p:spPr>
      </p:cxnSp>
      <p:sp>
        <p:nvSpPr>
          <p:cNvPr id="726" name="Google Shape;726;p66"/>
          <p:cNvSpPr txBox="1"/>
          <p:nvPr>
            <p:ph type="title"/>
          </p:nvPr>
        </p:nvSpPr>
        <p:spPr>
          <a:xfrm>
            <a:off x="1414100" y="198600"/>
            <a:ext cx="6341400" cy="5172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Scenario Analysis</a:t>
            </a:r>
            <a:endParaRPr/>
          </a:p>
        </p:txBody>
      </p:sp>
      <p:sp>
        <p:nvSpPr>
          <p:cNvPr id="727" name="Google Shape;727;p66"/>
          <p:cNvSpPr txBox="1"/>
          <p:nvPr/>
        </p:nvSpPr>
        <p:spPr>
          <a:xfrm>
            <a:off x="577650" y="3515850"/>
            <a:ext cx="7988700" cy="1391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lt1"/>
              </a:buClr>
              <a:buSzPts val="1400"/>
              <a:buFont typeface="Poppins"/>
              <a:buChar char="●"/>
            </a:pPr>
            <a:r>
              <a:rPr lang="en">
                <a:solidFill>
                  <a:schemeClr val="lt1"/>
                </a:solidFill>
                <a:latin typeface="Poppins"/>
                <a:ea typeface="Poppins"/>
                <a:cs typeface="Poppins"/>
                <a:sym typeface="Poppins"/>
              </a:rPr>
              <a:t>Compared baseline and alternative business scenarios</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Tested Fuel +25%, Green Priority, and Lean Network conditions</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Evaluated cost, emissions, and </a:t>
            </a:r>
            <a:r>
              <a:rPr lang="en">
                <a:solidFill>
                  <a:schemeClr val="lt1"/>
                </a:solidFill>
                <a:latin typeface="Poppins"/>
                <a:ea typeface="Poppins"/>
                <a:cs typeface="Poppins"/>
                <a:sym typeface="Poppins"/>
              </a:rPr>
              <a:t>facility</a:t>
            </a:r>
            <a:r>
              <a:rPr lang="en">
                <a:solidFill>
                  <a:schemeClr val="lt1"/>
                </a:solidFill>
                <a:latin typeface="Poppins"/>
                <a:ea typeface="Poppins"/>
                <a:cs typeface="Poppins"/>
                <a:sym typeface="Poppins"/>
              </a:rPr>
              <a:t> </a:t>
            </a:r>
            <a:r>
              <a:rPr lang="en">
                <a:solidFill>
                  <a:schemeClr val="lt1"/>
                </a:solidFill>
                <a:latin typeface="Poppins"/>
                <a:ea typeface="Poppins"/>
                <a:cs typeface="Poppins"/>
                <a:sym typeface="Poppins"/>
              </a:rPr>
              <a:t>utilization</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Identified tradeoffs between sustainability and cost</a:t>
            </a:r>
            <a:endParaRPr>
              <a:solidFill>
                <a:schemeClr val="lt1"/>
              </a:solidFill>
              <a:latin typeface="Poppins"/>
              <a:ea typeface="Poppins"/>
              <a:cs typeface="Poppins"/>
              <a:sym typeface="Poppins"/>
            </a:endParaRPr>
          </a:p>
          <a:p>
            <a:pPr indent="-317500" lvl="0" marL="457200" rtl="0" algn="l">
              <a:lnSpc>
                <a:spcPct val="115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Demonstrated strong operational resilience</a:t>
            </a:r>
            <a:endParaRPr>
              <a:solidFill>
                <a:schemeClr val="lt1"/>
              </a:solidFill>
              <a:latin typeface="Poppins"/>
              <a:ea typeface="Poppins"/>
              <a:cs typeface="Poppins"/>
              <a:sym typeface="Poppins"/>
            </a:endParaRPr>
          </a:p>
        </p:txBody>
      </p:sp>
      <p:pic>
        <p:nvPicPr>
          <p:cNvPr id="728" name="Google Shape;728;p66" title="Screenshot 2026-06-01 at 4.23.58 PM.png"/>
          <p:cNvPicPr preferRelativeResize="0"/>
          <p:nvPr/>
        </p:nvPicPr>
        <p:blipFill>
          <a:blip r:embed="rId3">
            <a:alphaModFix/>
          </a:blip>
          <a:stretch>
            <a:fillRect/>
          </a:stretch>
        </p:blipFill>
        <p:spPr>
          <a:xfrm>
            <a:off x="178763" y="1076775"/>
            <a:ext cx="8812075" cy="2439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7"/>
          <p:cNvSpPr txBox="1"/>
          <p:nvPr/>
        </p:nvSpPr>
        <p:spPr>
          <a:xfrm>
            <a:off x="128875" y="0"/>
            <a:ext cx="1270500" cy="129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a:solidFill>
                <a:schemeClr val="dk1"/>
              </a:solidFill>
              <a:latin typeface="Poppins"/>
              <a:ea typeface="Poppins"/>
              <a:cs typeface="Poppins"/>
              <a:sym typeface="Poppins"/>
            </a:endParaRPr>
          </a:p>
        </p:txBody>
      </p:sp>
      <p:cxnSp>
        <p:nvCxnSpPr>
          <p:cNvPr id="734" name="Google Shape;734;p67"/>
          <p:cNvCxnSpPr/>
          <p:nvPr/>
        </p:nvCxnSpPr>
        <p:spPr>
          <a:xfrm>
            <a:off x="128875" y="1291375"/>
            <a:ext cx="8885400" cy="0"/>
          </a:xfrm>
          <a:prstGeom prst="straightConnector1">
            <a:avLst/>
          </a:prstGeom>
          <a:noFill/>
          <a:ln cap="flat" cmpd="sng" w="9525">
            <a:solidFill>
              <a:schemeClr val="dk2"/>
            </a:solidFill>
            <a:prstDash val="solid"/>
            <a:round/>
            <a:headEnd len="med" w="med" type="none"/>
            <a:tailEnd len="med" w="med" type="none"/>
          </a:ln>
        </p:spPr>
      </p:cxnSp>
      <p:sp>
        <p:nvSpPr>
          <p:cNvPr id="735" name="Google Shape;735;p67"/>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6" name="Google Shape;736;p67"/>
          <p:cNvSpPr txBox="1"/>
          <p:nvPr>
            <p:ph type="title"/>
          </p:nvPr>
        </p:nvSpPr>
        <p:spPr>
          <a:xfrm>
            <a:off x="1765800" y="291000"/>
            <a:ext cx="6202200" cy="332400"/>
          </a:xfrm>
          <a:prstGeom prst="rect">
            <a:avLst/>
          </a:prstGeom>
        </p:spPr>
        <p:txBody>
          <a:bodyPr anchorCtr="0" anchor="t" bIns="0" lIns="91425" spcFirstLastPara="1" rIns="91425" wrap="square" tIns="0">
            <a:spAutoFit/>
          </a:bodyPr>
          <a:lstStyle/>
          <a:p>
            <a:pPr indent="0" lvl="0" marL="0" rtl="0" algn="ctr">
              <a:lnSpc>
                <a:spcPct val="90000"/>
              </a:lnSpc>
              <a:spcBef>
                <a:spcPts val="0"/>
              </a:spcBef>
              <a:spcAft>
                <a:spcPts val="0"/>
              </a:spcAft>
              <a:buNone/>
            </a:pPr>
            <a:r>
              <a:rPr lang="en" sz="2400"/>
              <a:t>Executive Insights Dashboard</a:t>
            </a:r>
            <a:endParaRPr/>
          </a:p>
        </p:txBody>
      </p:sp>
      <p:pic>
        <p:nvPicPr>
          <p:cNvPr id="737" name="Google Shape;737;p67" title="Screenshot 2026-06-01 at 4.24.38 PM.png"/>
          <p:cNvPicPr preferRelativeResize="0"/>
          <p:nvPr/>
        </p:nvPicPr>
        <p:blipFill>
          <a:blip r:embed="rId3">
            <a:alphaModFix/>
          </a:blip>
          <a:stretch>
            <a:fillRect/>
          </a:stretch>
        </p:blipFill>
        <p:spPr>
          <a:xfrm>
            <a:off x="1097424" y="732050"/>
            <a:ext cx="7102925" cy="4411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cxnSp>
        <p:nvCxnSpPr>
          <p:cNvPr id="742" name="Google Shape;742;p68"/>
          <p:cNvCxnSpPr/>
          <p:nvPr/>
        </p:nvCxnSpPr>
        <p:spPr>
          <a:xfrm>
            <a:off x="0" y="1291375"/>
            <a:ext cx="9117900" cy="99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68"/>
          <p:cNvSpPr txBox="1"/>
          <p:nvPr>
            <p:ph idx="4294967295" type="title"/>
          </p:nvPr>
        </p:nvSpPr>
        <p:spPr>
          <a:xfrm>
            <a:off x="1549925" y="416375"/>
            <a:ext cx="6202200" cy="544800"/>
          </a:xfrm>
          <a:prstGeom prst="rect">
            <a:avLst/>
          </a:prstGeom>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n" sz="2600"/>
              <a:t>Final Recommendations</a:t>
            </a:r>
            <a:endParaRPr sz="2600"/>
          </a:p>
        </p:txBody>
      </p:sp>
      <p:sp>
        <p:nvSpPr>
          <p:cNvPr id="744" name="Google Shape;744;p68"/>
          <p:cNvSpPr/>
          <p:nvPr/>
        </p:nvSpPr>
        <p:spPr>
          <a:xfrm>
            <a:off x="377425" y="1549786"/>
            <a:ext cx="2292300" cy="2742300"/>
          </a:xfrm>
          <a:prstGeom prst="roundRect">
            <a:avLst>
              <a:gd fmla="val 16667" name="adj"/>
            </a:avLst>
          </a:prstGeom>
          <a:solidFill>
            <a:schemeClr val="dk2"/>
          </a:solidFill>
          <a:ln cap="flat" cmpd="sng" w="10125">
            <a:solidFill>
              <a:schemeClr val="dk2"/>
            </a:solidFill>
            <a:prstDash val="solid"/>
            <a:round/>
            <a:headEnd len="sm" w="sm" type="none"/>
            <a:tailEnd len="sm" w="sm" type="none"/>
          </a:ln>
        </p:spPr>
        <p:txBody>
          <a:bodyPr anchorCtr="0" anchor="ctr" bIns="97100" lIns="97100" spcFirstLastPara="1" rIns="97100" wrap="square" tIns="97100">
            <a:noAutofit/>
          </a:bodyPr>
          <a:lstStyle/>
          <a:p>
            <a:pPr indent="0" lvl="0" marL="0" rtl="0" algn="ctr">
              <a:spcBef>
                <a:spcPts val="0"/>
              </a:spcBef>
              <a:spcAft>
                <a:spcPts val="0"/>
              </a:spcAft>
              <a:buNone/>
            </a:pPr>
            <a:r>
              <a:t/>
            </a:r>
            <a:endParaRPr sz="1487">
              <a:latin typeface="Instrument Sans"/>
              <a:ea typeface="Instrument Sans"/>
              <a:cs typeface="Instrument Sans"/>
              <a:sym typeface="Instrument Sans"/>
            </a:endParaRPr>
          </a:p>
        </p:txBody>
      </p:sp>
      <p:sp>
        <p:nvSpPr>
          <p:cNvPr id="745" name="Google Shape;745;p68"/>
          <p:cNvSpPr txBox="1"/>
          <p:nvPr/>
        </p:nvSpPr>
        <p:spPr>
          <a:xfrm>
            <a:off x="435728" y="1760251"/>
            <a:ext cx="2180700" cy="2321400"/>
          </a:xfrm>
          <a:prstGeom prst="rect">
            <a:avLst/>
          </a:prstGeom>
          <a:noFill/>
          <a:ln>
            <a:noFill/>
          </a:ln>
        </p:spPr>
        <p:txBody>
          <a:bodyPr anchorCtr="0" anchor="t" bIns="97100" lIns="97100" spcFirstLastPara="1" rIns="97100" wrap="square" tIns="97100">
            <a:noAutofit/>
          </a:bodyPr>
          <a:lstStyle/>
          <a:p>
            <a:pPr indent="0" lvl="0" marL="0" rtl="0" algn="l">
              <a:lnSpc>
                <a:spcPct val="115000"/>
              </a:lnSpc>
              <a:spcBef>
                <a:spcPts val="1487"/>
              </a:spcBef>
              <a:spcAft>
                <a:spcPts val="0"/>
              </a:spcAft>
              <a:buNone/>
            </a:pPr>
            <a:r>
              <a:rPr b="1" lang="en" sz="1381">
                <a:solidFill>
                  <a:schemeClr val="lt1"/>
                </a:solidFill>
              </a:rPr>
              <a:t>Operational</a:t>
            </a:r>
            <a:endParaRPr b="1" sz="1381">
              <a:solidFill>
                <a:schemeClr val="lt1"/>
              </a:solidFill>
            </a:endParaRPr>
          </a:p>
          <a:p>
            <a:pPr indent="-316984" lvl="0" marL="485591" rtl="0" algn="l">
              <a:lnSpc>
                <a:spcPct val="150000"/>
              </a:lnSpc>
              <a:spcBef>
                <a:spcPts val="1275"/>
              </a:spcBef>
              <a:spcAft>
                <a:spcPts val="0"/>
              </a:spcAft>
              <a:buClr>
                <a:schemeClr val="lt1"/>
              </a:buClr>
              <a:buSzPts val="1168"/>
              <a:buChar char="●"/>
            </a:pPr>
            <a:r>
              <a:rPr lang="en" sz="1168">
                <a:solidFill>
                  <a:schemeClr val="lt1"/>
                </a:solidFill>
              </a:rPr>
              <a:t>Operate the optimized 5-facility network using locations L005, L007, L013, L017, &amp; L024</a:t>
            </a:r>
            <a:endParaRPr sz="1168">
              <a:solidFill>
                <a:schemeClr val="lt1"/>
              </a:solidFill>
            </a:endParaRPr>
          </a:p>
          <a:p>
            <a:pPr indent="-316984" lvl="0" marL="485591" rtl="0" algn="l">
              <a:lnSpc>
                <a:spcPct val="150000"/>
              </a:lnSpc>
              <a:spcBef>
                <a:spcPts val="0"/>
              </a:spcBef>
              <a:spcAft>
                <a:spcPts val="0"/>
              </a:spcAft>
              <a:buClr>
                <a:schemeClr val="lt1"/>
              </a:buClr>
              <a:buSzPts val="1168"/>
              <a:buChar char="●"/>
            </a:pPr>
            <a:r>
              <a:rPr lang="en" sz="1168">
                <a:solidFill>
                  <a:schemeClr val="lt1"/>
                </a:solidFill>
              </a:rPr>
              <a:t>Maintain current full-service coverage strategy</a:t>
            </a:r>
            <a:endParaRPr sz="1168">
              <a:solidFill>
                <a:schemeClr val="lt1"/>
              </a:solidFill>
            </a:endParaRPr>
          </a:p>
          <a:p>
            <a:pPr indent="0" lvl="0" marL="0" rtl="0" algn="l">
              <a:spcBef>
                <a:spcPts val="1275"/>
              </a:spcBef>
              <a:spcAft>
                <a:spcPts val="0"/>
              </a:spcAft>
              <a:buNone/>
            </a:pPr>
            <a:r>
              <a:t/>
            </a:r>
            <a:endParaRPr sz="1062">
              <a:solidFill>
                <a:schemeClr val="lt1"/>
              </a:solidFill>
              <a:latin typeface="Instrument Sans"/>
              <a:ea typeface="Instrument Sans"/>
              <a:cs typeface="Instrument Sans"/>
              <a:sym typeface="Instrument Sans"/>
            </a:endParaRPr>
          </a:p>
        </p:txBody>
      </p:sp>
      <p:sp>
        <p:nvSpPr>
          <p:cNvPr id="746" name="Google Shape;746;p68"/>
          <p:cNvSpPr/>
          <p:nvPr/>
        </p:nvSpPr>
        <p:spPr>
          <a:xfrm>
            <a:off x="3396445" y="1549798"/>
            <a:ext cx="2292300" cy="2742300"/>
          </a:xfrm>
          <a:prstGeom prst="roundRect">
            <a:avLst>
              <a:gd fmla="val 16667" name="adj"/>
            </a:avLst>
          </a:prstGeom>
          <a:solidFill>
            <a:schemeClr val="dk2"/>
          </a:solidFill>
          <a:ln cap="flat" cmpd="sng" w="10125">
            <a:solidFill>
              <a:schemeClr val="dk2"/>
            </a:solidFill>
            <a:prstDash val="solid"/>
            <a:round/>
            <a:headEnd len="sm" w="sm" type="none"/>
            <a:tailEnd len="sm" w="sm" type="none"/>
          </a:ln>
        </p:spPr>
        <p:txBody>
          <a:bodyPr anchorCtr="0" anchor="ctr" bIns="97100" lIns="97100" spcFirstLastPara="1" rIns="97100" wrap="square" tIns="97100">
            <a:noAutofit/>
          </a:bodyPr>
          <a:lstStyle/>
          <a:p>
            <a:pPr indent="0" lvl="0" marL="0" rtl="0" algn="ctr">
              <a:spcBef>
                <a:spcPts val="0"/>
              </a:spcBef>
              <a:spcAft>
                <a:spcPts val="0"/>
              </a:spcAft>
              <a:buNone/>
            </a:pPr>
            <a:r>
              <a:t/>
            </a:r>
            <a:endParaRPr sz="1487">
              <a:latin typeface="Instrument Sans"/>
              <a:ea typeface="Instrument Sans"/>
              <a:cs typeface="Instrument Sans"/>
              <a:sym typeface="Instrument Sans"/>
            </a:endParaRPr>
          </a:p>
        </p:txBody>
      </p:sp>
      <p:sp>
        <p:nvSpPr>
          <p:cNvPr id="747" name="Google Shape;747;p68"/>
          <p:cNvSpPr txBox="1"/>
          <p:nvPr/>
        </p:nvSpPr>
        <p:spPr>
          <a:xfrm>
            <a:off x="3452205" y="1760253"/>
            <a:ext cx="2180700" cy="2321400"/>
          </a:xfrm>
          <a:prstGeom prst="rect">
            <a:avLst/>
          </a:prstGeom>
          <a:noFill/>
          <a:ln>
            <a:noFill/>
          </a:ln>
        </p:spPr>
        <p:txBody>
          <a:bodyPr anchorCtr="0" anchor="t" bIns="97100" lIns="97100" spcFirstLastPara="1" rIns="97100" wrap="square" tIns="97100">
            <a:noAutofit/>
          </a:bodyPr>
          <a:lstStyle/>
          <a:p>
            <a:pPr indent="0" lvl="0" marL="0" rtl="0" algn="l">
              <a:lnSpc>
                <a:spcPct val="115000"/>
              </a:lnSpc>
              <a:spcBef>
                <a:spcPts val="1487"/>
              </a:spcBef>
              <a:spcAft>
                <a:spcPts val="0"/>
              </a:spcAft>
              <a:buNone/>
            </a:pPr>
            <a:r>
              <a:rPr b="1" lang="en" sz="1381">
                <a:solidFill>
                  <a:schemeClr val="lt1"/>
                </a:solidFill>
              </a:rPr>
              <a:t>Sustainability</a:t>
            </a:r>
            <a:endParaRPr b="1" sz="1381">
              <a:solidFill>
                <a:schemeClr val="lt1"/>
              </a:solidFill>
            </a:endParaRPr>
          </a:p>
          <a:p>
            <a:pPr indent="-316984" lvl="0" marL="485591" rtl="0" algn="l">
              <a:lnSpc>
                <a:spcPct val="150000"/>
              </a:lnSpc>
              <a:spcBef>
                <a:spcPts val="1275"/>
              </a:spcBef>
              <a:spcAft>
                <a:spcPts val="0"/>
              </a:spcAft>
              <a:buClr>
                <a:schemeClr val="lt1"/>
              </a:buClr>
              <a:buSzPts val="1168"/>
              <a:buChar char="●"/>
            </a:pPr>
            <a:r>
              <a:rPr lang="en" sz="1168">
                <a:solidFill>
                  <a:schemeClr val="lt1"/>
                </a:solidFill>
              </a:rPr>
              <a:t>Expand to fully electric vehicle deployment</a:t>
            </a:r>
            <a:endParaRPr sz="1168">
              <a:solidFill>
                <a:schemeClr val="lt1"/>
              </a:solidFill>
            </a:endParaRPr>
          </a:p>
          <a:p>
            <a:pPr indent="-316984" lvl="0" marL="485591" rtl="0" algn="l">
              <a:lnSpc>
                <a:spcPct val="150000"/>
              </a:lnSpc>
              <a:spcBef>
                <a:spcPts val="0"/>
              </a:spcBef>
              <a:spcAft>
                <a:spcPts val="0"/>
              </a:spcAft>
              <a:buClr>
                <a:schemeClr val="lt1"/>
              </a:buClr>
              <a:buSzPts val="1168"/>
              <a:buChar char="●"/>
            </a:pPr>
            <a:r>
              <a:rPr lang="en" sz="1168">
                <a:solidFill>
                  <a:schemeClr val="lt1"/>
                </a:solidFill>
              </a:rPr>
              <a:t>Continue compliance with low-emission zones</a:t>
            </a:r>
            <a:endParaRPr sz="1168">
              <a:solidFill>
                <a:schemeClr val="lt1"/>
              </a:solidFill>
            </a:endParaRPr>
          </a:p>
          <a:p>
            <a:pPr indent="0" lvl="0" marL="0" rtl="0" algn="l">
              <a:lnSpc>
                <a:spcPct val="150000"/>
              </a:lnSpc>
              <a:spcBef>
                <a:spcPts val="1275"/>
              </a:spcBef>
              <a:spcAft>
                <a:spcPts val="0"/>
              </a:spcAft>
              <a:buNone/>
            </a:pPr>
            <a:r>
              <a:t/>
            </a:r>
            <a:endParaRPr b="1" sz="1381"/>
          </a:p>
          <a:p>
            <a:pPr indent="0" lvl="0" marL="0" rtl="0" algn="l">
              <a:spcBef>
                <a:spcPts val="1275"/>
              </a:spcBef>
              <a:spcAft>
                <a:spcPts val="0"/>
              </a:spcAft>
              <a:buNone/>
            </a:pPr>
            <a:r>
              <a:t/>
            </a:r>
            <a:endParaRPr sz="1062">
              <a:solidFill>
                <a:schemeClr val="lt1"/>
              </a:solidFill>
              <a:latin typeface="Instrument Sans"/>
              <a:ea typeface="Instrument Sans"/>
              <a:cs typeface="Instrument Sans"/>
              <a:sym typeface="Instrument Sans"/>
            </a:endParaRPr>
          </a:p>
        </p:txBody>
      </p:sp>
      <p:sp>
        <p:nvSpPr>
          <p:cNvPr id="748" name="Google Shape;748;p68"/>
          <p:cNvSpPr/>
          <p:nvPr/>
        </p:nvSpPr>
        <p:spPr>
          <a:xfrm>
            <a:off x="6415479" y="1549799"/>
            <a:ext cx="2292300" cy="2742300"/>
          </a:xfrm>
          <a:prstGeom prst="roundRect">
            <a:avLst>
              <a:gd fmla="val 16667" name="adj"/>
            </a:avLst>
          </a:prstGeom>
          <a:solidFill>
            <a:schemeClr val="dk2"/>
          </a:solidFill>
          <a:ln cap="flat" cmpd="sng" w="10125">
            <a:solidFill>
              <a:schemeClr val="dk2"/>
            </a:solidFill>
            <a:prstDash val="solid"/>
            <a:round/>
            <a:headEnd len="sm" w="sm" type="none"/>
            <a:tailEnd len="sm" w="sm" type="none"/>
          </a:ln>
        </p:spPr>
        <p:txBody>
          <a:bodyPr anchorCtr="0" anchor="ctr" bIns="97100" lIns="97100" spcFirstLastPara="1" rIns="97100" wrap="square" tIns="97100">
            <a:noAutofit/>
          </a:bodyPr>
          <a:lstStyle/>
          <a:p>
            <a:pPr indent="0" lvl="0" marL="0" rtl="0" algn="ctr">
              <a:spcBef>
                <a:spcPts val="0"/>
              </a:spcBef>
              <a:spcAft>
                <a:spcPts val="0"/>
              </a:spcAft>
              <a:buNone/>
            </a:pPr>
            <a:r>
              <a:t/>
            </a:r>
            <a:endParaRPr sz="1487">
              <a:latin typeface="Instrument Sans"/>
              <a:ea typeface="Instrument Sans"/>
              <a:cs typeface="Instrument Sans"/>
              <a:sym typeface="Instrument Sans"/>
            </a:endParaRPr>
          </a:p>
        </p:txBody>
      </p:sp>
      <p:sp>
        <p:nvSpPr>
          <p:cNvPr id="749" name="Google Shape;749;p68"/>
          <p:cNvSpPr txBox="1"/>
          <p:nvPr/>
        </p:nvSpPr>
        <p:spPr>
          <a:xfrm>
            <a:off x="6471239" y="1760253"/>
            <a:ext cx="2180700" cy="2321400"/>
          </a:xfrm>
          <a:prstGeom prst="rect">
            <a:avLst/>
          </a:prstGeom>
          <a:noFill/>
          <a:ln>
            <a:noFill/>
          </a:ln>
        </p:spPr>
        <p:txBody>
          <a:bodyPr anchorCtr="0" anchor="t" bIns="97100" lIns="97100" spcFirstLastPara="1" rIns="97100" wrap="square" tIns="97100">
            <a:noAutofit/>
          </a:bodyPr>
          <a:lstStyle/>
          <a:p>
            <a:pPr indent="0" lvl="0" marL="0" rtl="0" algn="l">
              <a:lnSpc>
                <a:spcPct val="115000"/>
              </a:lnSpc>
              <a:spcBef>
                <a:spcPts val="1487"/>
              </a:spcBef>
              <a:spcAft>
                <a:spcPts val="0"/>
              </a:spcAft>
              <a:buNone/>
            </a:pPr>
            <a:r>
              <a:rPr b="1" lang="en" sz="1381">
                <a:solidFill>
                  <a:schemeClr val="lt1"/>
                </a:solidFill>
              </a:rPr>
              <a:t>Future Improvements</a:t>
            </a:r>
            <a:endParaRPr b="1" sz="1381">
              <a:solidFill>
                <a:schemeClr val="lt1"/>
              </a:solidFill>
            </a:endParaRPr>
          </a:p>
          <a:p>
            <a:pPr indent="-316984" lvl="0" marL="485591" rtl="0" algn="l">
              <a:lnSpc>
                <a:spcPct val="150000"/>
              </a:lnSpc>
              <a:spcBef>
                <a:spcPts val="1275"/>
              </a:spcBef>
              <a:spcAft>
                <a:spcPts val="0"/>
              </a:spcAft>
              <a:buClr>
                <a:schemeClr val="lt1"/>
              </a:buClr>
              <a:buSzPts val="1168"/>
              <a:buChar char="●"/>
            </a:pPr>
            <a:r>
              <a:rPr lang="en" sz="1168">
                <a:solidFill>
                  <a:schemeClr val="lt1"/>
                </a:solidFill>
              </a:rPr>
              <a:t>Expand route dataset</a:t>
            </a:r>
            <a:endParaRPr sz="1168">
              <a:solidFill>
                <a:schemeClr val="lt1"/>
              </a:solidFill>
            </a:endParaRPr>
          </a:p>
          <a:p>
            <a:pPr indent="-316984" lvl="0" marL="485591" rtl="0" algn="l">
              <a:lnSpc>
                <a:spcPct val="150000"/>
              </a:lnSpc>
              <a:spcBef>
                <a:spcPts val="0"/>
              </a:spcBef>
              <a:spcAft>
                <a:spcPts val="0"/>
              </a:spcAft>
              <a:buClr>
                <a:schemeClr val="lt1"/>
              </a:buClr>
              <a:buSzPts val="1168"/>
              <a:buChar char="●"/>
            </a:pPr>
            <a:r>
              <a:rPr lang="en" sz="1168">
                <a:solidFill>
                  <a:schemeClr val="lt1"/>
                </a:solidFill>
              </a:rPr>
              <a:t>Incorporate real-time traffic data</a:t>
            </a:r>
            <a:endParaRPr sz="1168">
              <a:solidFill>
                <a:schemeClr val="lt1"/>
              </a:solidFill>
            </a:endParaRPr>
          </a:p>
          <a:p>
            <a:pPr indent="-316984" lvl="0" marL="485591" rtl="0" algn="l">
              <a:lnSpc>
                <a:spcPct val="150000"/>
              </a:lnSpc>
              <a:spcBef>
                <a:spcPts val="0"/>
              </a:spcBef>
              <a:spcAft>
                <a:spcPts val="0"/>
              </a:spcAft>
              <a:buClr>
                <a:schemeClr val="lt1"/>
              </a:buClr>
              <a:buSzPts val="1168"/>
              <a:buChar char="●"/>
            </a:pPr>
            <a:r>
              <a:rPr lang="en" sz="1168">
                <a:solidFill>
                  <a:schemeClr val="lt1"/>
                </a:solidFill>
              </a:rPr>
              <a:t>Evaluate additional sustainability targets</a:t>
            </a:r>
            <a:endParaRPr sz="1168">
              <a:solidFill>
                <a:schemeClr val="lt1"/>
              </a:solidFill>
            </a:endParaRPr>
          </a:p>
          <a:p>
            <a:pPr indent="0" lvl="0" marL="0" rtl="0" algn="l">
              <a:lnSpc>
                <a:spcPct val="150000"/>
              </a:lnSpc>
              <a:spcBef>
                <a:spcPts val="1275"/>
              </a:spcBef>
              <a:spcAft>
                <a:spcPts val="0"/>
              </a:spcAft>
              <a:buNone/>
            </a:pPr>
            <a:r>
              <a:t/>
            </a:r>
            <a:endParaRPr b="1" sz="1381"/>
          </a:p>
          <a:p>
            <a:pPr indent="0" lvl="0" marL="0" rtl="0" algn="l">
              <a:lnSpc>
                <a:spcPct val="150000"/>
              </a:lnSpc>
              <a:spcBef>
                <a:spcPts val="1275"/>
              </a:spcBef>
              <a:spcAft>
                <a:spcPts val="0"/>
              </a:spcAft>
              <a:buNone/>
            </a:pPr>
            <a:r>
              <a:t/>
            </a:r>
            <a:endParaRPr b="1" sz="1381"/>
          </a:p>
          <a:p>
            <a:pPr indent="0" lvl="0" marL="0" rtl="0" algn="l">
              <a:spcBef>
                <a:spcPts val="1275"/>
              </a:spcBef>
              <a:spcAft>
                <a:spcPts val="0"/>
              </a:spcAft>
              <a:buNone/>
            </a:pPr>
            <a:r>
              <a:t/>
            </a:r>
            <a:endParaRPr sz="1062">
              <a:solidFill>
                <a:schemeClr val="lt1"/>
              </a:solidFill>
              <a:latin typeface="Instrument Sans"/>
              <a:ea typeface="Instrument Sans"/>
              <a:cs typeface="Instrument Sans"/>
              <a:sym typeface="Instrumen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9"/>
          <p:cNvSpPr txBox="1"/>
          <p:nvPr>
            <p:ph idx="12" type="sldNum"/>
          </p:nvPr>
        </p:nvSpPr>
        <p:spPr>
          <a:xfrm>
            <a:off x="8474559" y="4743636"/>
            <a:ext cx="548700" cy="393600"/>
          </a:xfrm>
          <a:prstGeom prst="rect">
            <a:avLst/>
          </a:prstGeom>
        </p:spPr>
        <p:txBody>
          <a:bodyPr anchorCtr="0" anchor="t" bIns="91425" lIns="0"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5" name="Google Shape;755;p69"/>
          <p:cNvSpPr txBox="1"/>
          <p:nvPr>
            <p:ph type="title"/>
          </p:nvPr>
        </p:nvSpPr>
        <p:spPr>
          <a:xfrm>
            <a:off x="208525" y="2835850"/>
            <a:ext cx="4922400" cy="923400"/>
          </a:xfrm>
          <a:prstGeom prst="rect">
            <a:avLst/>
          </a:prstGeom>
        </p:spPr>
        <p:txBody>
          <a:bodyPr anchorCtr="0" anchor="b" bIns="0" lIns="91425" spcFirstLastPara="1" rIns="91425" wrap="square" tIns="91425">
            <a:spAutoFit/>
          </a:bodyPr>
          <a:lstStyle/>
          <a:p>
            <a:pPr indent="0" lvl="0" marL="0" rtl="0" algn="ctr">
              <a:spcBef>
                <a:spcPts val="0"/>
              </a:spcBef>
              <a:spcAft>
                <a:spcPts val="0"/>
              </a:spcAft>
              <a:buNone/>
            </a:pPr>
            <a:r>
              <a:rPr lang="en"/>
              <a:t>THANK YOU</a:t>
            </a:r>
            <a:endParaRPr/>
          </a:p>
        </p:txBody>
      </p:sp>
      <p:pic>
        <p:nvPicPr>
          <p:cNvPr descr="Seascape at dusk " id="756" name="Google Shape;756;p69"/>
          <p:cNvPicPr preferRelativeResize="0"/>
          <p:nvPr/>
        </p:nvPicPr>
        <p:blipFill rotWithShape="1">
          <a:blip r:embed="rId3">
            <a:alphaModFix/>
          </a:blip>
          <a:srcRect b="0" l="34636" r="0" t="0"/>
          <a:stretch/>
        </p:blipFill>
        <p:spPr>
          <a:xfrm>
            <a:off x="7754750" y="1297450"/>
            <a:ext cx="1259576" cy="1275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plate - Blocks">
  <a:themeElements>
    <a:clrScheme name="Simple Light">
      <a:dk1>
        <a:srgbClr val="FDFDFC"/>
      </a:dk1>
      <a:lt1>
        <a:srgbClr val="541301"/>
      </a:lt1>
      <a:dk2>
        <a:srgbClr val="DCDBD1"/>
      </a:dk2>
      <a:lt2>
        <a:srgbClr val="E5765B"/>
      </a:lt2>
      <a:accent1>
        <a:srgbClr val="D6FFD7"/>
      </a:accent1>
      <a:accent2>
        <a:srgbClr val="EBFFEC"/>
      </a:accent2>
      <a:accent3>
        <a:srgbClr val="A9B0FE"/>
      </a:accent3>
      <a:accent4>
        <a:srgbClr val="D5D7FF"/>
      </a:accent4>
      <a:accent5>
        <a:srgbClr val="F4BBAD"/>
      </a:accent5>
      <a:accent6>
        <a:srgbClr val="1B1311"/>
      </a:accent6>
      <a:hlink>
        <a:srgbClr val="A9B0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